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9"/>
  </p:notesMasterIdLst>
  <p:handoutMasterIdLst>
    <p:handoutMasterId r:id="rId60"/>
  </p:handoutMasterIdLst>
  <p:sldIdLst>
    <p:sldId id="258" r:id="rId5"/>
    <p:sldId id="303" r:id="rId6"/>
    <p:sldId id="259" r:id="rId7"/>
    <p:sldId id="319" r:id="rId8"/>
    <p:sldId id="320" r:id="rId9"/>
    <p:sldId id="352" r:id="rId10"/>
    <p:sldId id="308" r:id="rId11"/>
    <p:sldId id="307" r:id="rId12"/>
    <p:sldId id="351" r:id="rId13"/>
    <p:sldId id="309" r:id="rId14"/>
    <p:sldId id="299" r:id="rId15"/>
    <p:sldId id="315" r:id="rId16"/>
    <p:sldId id="301" r:id="rId17"/>
    <p:sldId id="314" r:id="rId18"/>
    <p:sldId id="310" r:id="rId19"/>
    <p:sldId id="269" r:id="rId20"/>
    <p:sldId id="311" r:id="rId21"/>
    <p:sldId id="271" r:id="rId22"/>
    <p:sldId id="313" r:id="rId23"/>
    <p:sldId id="273" r:id="rId24"/>
    <p:sldId id="312" r:id="rId25"/>
    <p:sldId id="275" r:id="rId26"/>
    <p:sldId id="300" r:id="rId27"/>
    <p:sldId id="277" r:id="rId28"/>
    <p:sldId id="353" r:id="rId29"/>
    <p:sldId id="338" r:id="rId30"/>
    <p:sldId id="325" r:id="rId31"/>
    <p:sldId id="329" r:id="rId32"/>
    <p:sldId id="330" r:id="rId33"/>
    <p:sldId id="326" r:id="rId34"/>
    <p:sldId id="331" r:id="rId35"/>
    <p:sldId id="342" r:id="rId36"/>
    <p:sldId id="343" r:id="rId37"/>
    <p:sldId id="344" r:id="rId38"/>
    <p:sldId id="332" r:id="rId39"/>
    <p:sldId id="333" r:id="rId40"/>
    <p:sldId id="346" r:id="rId41"/>
    <p:sldId id="347" r:id="rId42"/>
    <p:sldId id="348" r:id="rId43"/>
    <p:sldId id="349" r:id="rId44"/>
    <p:sldId id="345" r:id="rId45"/>
    <p:sldId id="335" r:id="rId46"/>
    <p:sldId id="336" r:id="rId47"/>
    <p:sldId id="350" r:id="rId48"/>
    <p:sldId id="316" r:id="rId49"/>
    <p:sldId id="354" r:id="rId50"/>
    <p:sldId id="355" r:id="rId51"/>
    <p:sldId id="321" r:id="rId52"/>
    <p:sldId id="341" r:id="rId53"/>
    <p:sldId id="322" r:id="rId54"/>
    <p:sldId id="340" r:id="rId55"/>
    <p:sldId id="323" r:id="rId56"/>
    <p:sldId id="356" r:id="rId57"/>
    <p:sldId id="317"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D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E7C72C-15F1-AAEF-BDA2-5A2003A70564}" v="109" dt="2026-01-16T19:04:35.5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5" d="100"/>
          <a:sy n="55" d="100"/>
        </p:scale>
        <p:origin x="212" y="128"/>
      </p:cViewPr>
      <p:guideLst/>
    </p:cSldViewPr>
  </p:slideViewPr>
  <p:notesTextViewPr>
    <p:cViewPr>
      <p:scale>
        <a:sx n="3" d="2"/>
        <a:sy n="3" d="2"/>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handoutMaster" Target="handoutMasters/handoutMaster1.xml"/><Relationship Id="rId65"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F77051E-B811-D949-830F-55D35BA79CE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72EC375-152E-3F4A-8C1A-308E3DFABC4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830E4C-56B7-2443-B370-610F8D1BCD9C}" type="datetimeFigureOut">
              <a:rPr lang="en-US" smtClean="0"/>
              <a:t>1/26/2026</a:t>
            </a:fld>
            <a:endParaRPr lang="en-US"/>
          </a:p>
        </p:txBody>
      </p:sp>
      <p:sp>
        <p:nvSpPr>
          <p:cNvPr id="4" name="Footer Placeholder 3">
            <a:extLst>
              <a:ext uri="{FF2B5EF4-FFF2-40B4-BE49-F238E27FC236}">
                <a16:creationId xmlns:a16="http://schemas.microsoft.com/office/drawing/2014/main" id="{3DAD90D4-C48B-C647-BA8A-B43CFA99A43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B40E78B-91EF-F148-8F7B-2AEC532510C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57D0152-5968-C24B-9EC0-2DFF74304A89}" type="slidenum">
              <a:rPr lang="en-US" smtClean="0"/>
              <a:t>‹#›</a:t>
            </a:fld>
            <a:endParaRPr lang="en-US"/>
          </a:p>
        </p:txBody>
      </p:sp>
    </p:spTree>
    <p:extLst>
      <p:ext uri="{BB962C8B-B14F-4D97-AF65-F5344CB8AC3E}">
        <p14:creationId xmlns:p14="http://schemas.microsoft.com/office/powerpoint/2010/main" val="15802488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CD2FD1-B169-9B41-A890-0ECD81C3476C}" type="datetimeFigureOut">
              <a:rPr lang="en-US" smtClean="0"/>
              <a:t>1/26/2026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9943EA-69D9-7E49-97CD-A49926F617C9}" type="slidenum">
              <a:rPr lang="en-US" smtClean="0"/>
              <a:t>‹#›</a:t>
            </a:fld>
            <a:endParaRPr lang="en-US"/>
          </a:p>
        </p:txBody>
      </p:sp>
    </p:spTree>
    <p:extLst>
      <p:ext uri="{BB962C8B-B14F-4D97-AF65-F5344CB8AC3E}">
        <p14:creationId xmlns:p14="http://schemas.microsoft.com/office/powerpoint/2010/main" val="1735127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9943EA-69D9-7E49-97CD-A49926F617C9}" type="slidenum">
              <a:rPr lang="en-US" smtClean="0"/>
              <a:t>2</a:t>
            </a:fld>
            <a:endParaRPr lang="en-US"/>
          </a:p>
        </p:txBody>
      </p:sp>
    </p:spTree>
    <p:extLst>
      <p:ext uri="{BB962C8B-B14F-4D97-AF65-F5344CB8AC3E}">
        <p14:creationId xmlns:p14="http://schemas.microsoft.com/office/powerpoint/2010/main" val="35742889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https://www.extremenetworks.com/resources/blogs/confronting-ai-growing-energy-appetite-part-1</a:t>
            </a:r>
          </a:p>
          <a:p>
            <a:endParaRPr lang="en-US"/>
          </a:p>
          <a:p>
            <a:r>
              <a:rPr lang="en-US" sz="1200" b="0" i="0" kern="1200">
                <a:solidFill>
                  <a:schemeClr val="tx1"/>
                </a:solidFill>
                <a:effectLst/>
                <a:latin typeface="+mn-lt"/>
                <a:ea typeface="+mn-ea"/>
                <a:cs typeface="+mn-cs"/>
              </a:rPr>
              <a:t>Artificial Intelligence (AI) has emerged as an energy-intense application. AI energy usage is growing exponentially, far outpacing hardware efficiency gains. Without advances in "Green AI," this trend drives toward unprecedented high levels of computational energy and carbon emissions. Forecasting suggests computing could consume a substantial </a:t>
            </a:r>
            <a:r>
              <a:rPr lang="en-US" sz="1200" b="1" i="0" kern="1200">
                <a:solidFill>
                  <a:schemeClr val="tx1"/>
                </a:solidFill>
                <a:effectLst/>
                <a:latin typeface="+mn-lt"/>
                <a:ea typeface="+mn-ea"/>
                <a:cs typeface="+mn-cs"/>
              </a:rPr>
              <a:t>20.9% of the world’s total electricity demand by 2030</a:t>
            </a:r>
          </a:p>
          <a:p>
            <a:endParaRPr lang="en-US" sz="1200" b="1" i="0" kern="1200">
              <a:solidFill>
                <a:schemeClr val="tx1"/>
              </a:solidFill>
              <a:effectLst/>
              <a:latin typeface="+mn-lt"/>
              <a:ea typeface="+mn-ea"/>
              <a:cs typeface="+mn-cs"/>
            </a:endParaRPr>
          </a:p>
          <a:p>
            <a:endParaRPr lang="en-US" sz="1200" b="1"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The training energy of state-of-the-art AI models continues to </a:t>
            </a:r>
            <a:r>
              <a:rPr lang="en-US" sz="1200" b="1" i="0" kern="1200">
                <a:solidFill>
                  <a:schemeClr val="tx1"/>
                </a:solidFill>
                <a:effectLst/>
                <a:latin typeface="+mn-lt"/>
                <a:ea typeface="+mn-ea"/>
                <a:cs typeface="+mn-cs"/>
              </a:rPr>
              <a:t>double in both CO2 emissions and energy consumption every four to six months</a:t>
            </a:r>
            <a:r>
              <a:rPr lang="en-US" sz="1200" b="0" i="0" kern="1200">
                <a:solidFill>
                  <a:schemeClr val="tx1"/>
                </a:solidFill>
                <a:effectLst/>
                <a:latin typeface="+mn-lt"/>
                <a:ea typeface="+mn-ea"/>
                <a:cs typeface="+mn-cs"/>
              </a:rPr>
              <a:t>. Increasing parameter counts, topological complexity, and training data aim for improved accuracy, but these gains come at the cost of higher energy use, greater carbon emissions, and longer development times</a:t>
            </a:r>
            <a:endParaRPr lang="en-US"/>
          </a:p>
        </p:txBody>
      </p:sp>
      <p:sp>
        <p:nvSpPr>
          <p:cNvPr id="4" name="Slide Number Placeholder 3"/>
          <p:cNvSpPr>
            <a:spLocks noGrp="1"/>
          </p:cNvSpPr>
          <p:nvPr>
            <p:ph type="sldNum" sz="quarter" idx="5"/>
          </p:nvPr>
        </p:nvSpPr>
        <p:spPr/>
        <p:txBody>
          <a:bodyPr/>
          <a:lstStyle/>
          <a:p>
            <a:fld id="{769943EA-69D9-7E49-97CD-A49926F617C9}" type="slidenum">
              <a:rPr lang="en-US" smtClean="0"/>
              <a:t>3</a:t>
            </a:fld>
            <a:endParaRPr lang="en-US"/>
          </a:p>
        </p:txBody>
      </p:sp>
    </p:spTree>
    <p:extLst>
      <p:ext uri="{BB962C8B-B14F-4D97-AF65-F5344CB8AC3E}">
        <p14:creationId xmlns:p14="http://schemas.microsoft.com/office/powerpoint/2010/main" val="13203553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D299A-16B5-9D6F-5CBE-1B29739E98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C7D4D8-10EC-180C-B81B-AE9ADFD6F3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CE1EB4-D061-5B43-B195-D726E0D4F653}"/>
              </a:ext>
            </a:extLst>
          </p:cNvPr>
          <p:cNvSpPr>
            <a:spLocks noGrp="1"/>
          </p:cNvSpPr>
          <p:nvPr>
            <p:ph type="body" idx="1"/>
          </p:nvPr>
        </p:nvSpPr>
        <p:spPr/>
        <p:txBody>
          <a:bodyPr/>
          <a:lstStyle/>
          <a:p>
            <a:r>
              <a:rPr lang="en-US"/>
              <a:t>SUP: explain sparse ; new question:  </a:t>
            </a:r>
          </a:p>
        </p:txBody>
      </p:sp>
      <p:sp>
        <p:nvSpPr>
          <p:cNvPr id="4" name="Slide Number Placeholder 3">
            <a:extLst>
              <a:ext uri="{FF2B5EF4-FFF2-40B4-BE49-F238E27FC236}">
                <a16:creationId xmlns:a16="http://schemas.microsoft.com/office/drawing/2014/main" id="{A8B8940A-4AF4-BAE1-4F51-7B2A62217FB1}"/>
              </a:ext>
            </a:extLst>
          </p:cNvPr>
          <p:cNvSpPr>
            <a:spLocks noGrp="1"/>
          </p:cNvSpPr>
          <p:nvPr>
            <p:ph type="sldNum" sz="quarter" idx="5"/>
          </p:nvPr>
        </p:nvSpPr>
        <p:spPr/>
        <p:txBody>
          <a:bodyPr/>
          <a:lstStyle/>
          <a:p>
            <a:fld id="{769943EA-69D9-7E49-97CD-A49926F617C9}" type="slidenum">
              <a:rPr lang="en-US" smtClean="0"/>
              <a:t>7</a:t>
            </a:fld>
            <a:endParaRPr lang="en-US"/>
          </a:p>
        </p:txBody>
      </p:sp>
    </p:spTree>
    <p:extLst>
      <p:ext uri="{BB962C8B-B14F-4D97-AF65-F5344CB8AC3E}">
        <p14:creationId xmlns:p14="http://schemas.microsoft.com/office/powerpoint/2010/main" val="3372492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D8CEC-D181-8C4D-B084-231477BF0D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6742B1-1279-27CA-73B1-24FE3EB841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3E7ADB-B2F6-56A4-501A-150901FC2422}"/>
              </a:ext>
            </a:extLst>
          </p:cNvPr>
          <p:cNvSpPr>
            <a:spLocks noGrp="1"/>
          </p:cNvSpPr>
          <p:nvPr>
            <p:ph type="body" idx="1"/>
          </p:nvPr>
        </p:nvSpPr>
        <p:spPr/>
        <p:txBody>
          <a:bodyPr/>
          <a:lstStyle/>
          <a:p>
            <a:r>
              <a:rPr lang="en-US"/>
              <a:t>SUP: Sparse matrix representation</a:t>
            </a:r>
          </a:p>
        </p:txBody>
      </p:sp>
      <p:sp>
        <p:nvSpPr>
          <p:cNvPr id="4" name="Slide Number Placeholder 3">
            <a:extLst>
              <a:ext uri="{FF2B5EF4-FFF2-40B4-BE49-F238E27FC236}">
                <a16:creationId xmlns:a16="http://schemas.microsoft.com/office/drawing/2014/main" id="{93A30590-4035-F45D-3684-732D531D9A20}"/>
              </a:ext>
            </a:extLst>
          </p:cNvPr>
          <p:cNvSpPr>
            <a:spLocks noGrp="1"/>
          </p:cNvSpPr>
          <p:nvPr>
            <p:ph type="sldNum" sz="quarter" idx="5"/>
          </p:nvPr>
        </p:nvSpPr>
        <p:spPr/>
        <p:txBody>
          <a:bodyPr/>
          <a:lstStyle/>
          <a:p>
            <a:fld id="{769943EA-69D9-7E49-97CD-A49926F617C9}" type="slidenum">
              <a:rPr lang="en-US" smtClean="0"/>
              <a:t>8</a:t>
            </a:fld>
            <a:endParaRPr lang="en-US"/>
          </a:p>
        </p:txBody>
      </p:sp>
    </p:spTree>
    <p:extLst>
      <p:ext uri="{BB962C8B-B14F-4D97-AF65-F5344CB8AC3E}">
        <p14:creationId xmlns:p14="http://schemas.microsoft.com/office/powerpoint/2010/main" val="22230639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Stages show similar groupings</a:t>
            </a:r>
          </a:p>
        </p:txBody>
      </p:sp>
      <p:sp>
        <p:nvSpPr>
          <p:cNvPr id="4" name="Slide Number Placeholder 3"/>
          <p:cNvSpPr>
            <a:spLocks noGrp="1"/>
          </p:cNvSpPr>
          <p:nvPr>
            <p:ph type="sldNum" sz="quarter" idx="5"/>
          </p:nvPr>
        </p:nvSpPr>
        <p:spPr/>
        <p:txBody>
          <a:bodyPr/>
          <a:lstStyle/>
          <a:p>
            <a:fld id="{769943EA-69D9-7E49-97CD-A49926F617C9}" type="slidenum">
              <a:rPr lang="en-US" smtClean="0"/>
              <a:t>11</a:t>
            </a:fld>
            <a:endParaRPr lang="en-US"/>
          </a:p>
        </p:txBody>
      </p:sp>
    </p:spTree>
    <p:extLst>
      <p:ext uri="{BB962C8B-B14F-4D97-AF65-F5344CB8AC3E}">
        <p14:creationId xmlns:p14="http://schemas.microsoft.com/office/powerpoint/2010/main" val="2282811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SUP: model vs NN</a:t>
            </a:r>
          </a:p>
        </p:txBody>
      </p:sp>
      <p:sp>
        <p:nvSpPr>
          <p:cNvPr id="4" name="Slide Number Placeholder 3"/>
          <p:cNvSpPr>
            <a:spLocks noGrp="1"/>
          </p:cNvSpPr>
          <p:nvPr>
            <p:ph type="sldNum" sz="quarter" idx="5"/>
          </p:nvPr>
        </p:nvSpPr>
        <p:spPr/>
        <p:txBody>
          <a:bodyPr/>
          <a:lstStyle/>
          <a:p>
            <a:fld id="{769943EA-69D9-7E49-97CD-A49926F617C9}" type="slidenum">
              <a:rPr lang="en-US" smtClean="0"/>
              <a:t>13</a:t>
            </a:fld>
            <a:endParaRPr lang="en-US"/>
          </a:p>
        </p:txBody>
      </p:sp>
    </p:spTree>
    <p:extLst>
      <p:ext uri="{BB962C8B-B14F-4D97-AF65-F5344CB8AC3E}">
        <p14:creationId xmlns:p14="http://schemas.microsoft.com/office/powerpoint/2010/main" val="9859198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annotation</a:t>
            </a:r>
          </a:p>
        </p:txBody>
      </p:sp>
      <p:sp>
        <p:nvSpPr>
          <p:cNvPr id="4" name="Slide Number Placeholder 3"/>
          <p:cNvSpPr>
            <a:spLocks noGrp="1"/>
          </p:cNvSpPr>
          <p:nvPr>
            <p:ph type="sldNum" sz="quarter" idx="5"/>
          </p:nvPr>
        </p:nvSpPr>
        <p:spPr/>
        <p:txBody>
          <a:bodyPr/>
          <a:lstStyle/>
          <a:p>
            <a:fld id="{769943EA-69D9-7E49-97CD-A49926F617C9}" type="slidenum">
              <a:rPr lang="en-US" smtClean="0"/>
              <a:t>16</a:t>
            </a:fld>
            <a:endParaRPr lang="en-US"/>
          </a:p>
        </p:txBody>
      </p:sp>
    </p:spTree>
    <p:extLst>
      <p:ext uri="{BB962C8B-B14F-4D97-AF65-F5344CB8AC3E}">
        <p14:creationId xmlns:p14="http://schemas.microsoft.com/office/powerpoint/2010/main" val="30115169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69943EA-69D9-7E49-97CD-A49926F617C9}" type="slidenum">
              <a:rPr lang="en-US" smtClean="0"/>
              <a:t>20</a:t>
            </a:fld>
            <a:endParaRPr lang="en-US"/>
          </a:p>
        </p:txBody>
      </p:sp>
    </p:spTree>
    <p:extLst>
      <p:ext uri="{BB962C8B-B14F-4D97-AF65-F5344CB8AC3E}">
        <p14:creationId xmlns:p14="http://schemas.microsoft.com/office/powerpoint/2010/main" val="6720983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8AFD6-0FAB-A0DC-35C9-E573304B45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D13E44-F439-FFAC-BDCC-0E0D9DC8F5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D92634-E6DD-3AEC-C510-36A3806104D0}"/>
              </a:ext>
            </a:extLst>
          </p:cNvPr>
          <p:cNvSpPr>
            <a:spLocks noGrp="1"/>
          </p:cNvSpPr>
          <p:nvPr>
            <p:ph type="body" idx="1"/>
          </p:nvPr>
        </p:nvSpPr>
        <p:spPr/>
        <p:txBody>
          <a:bodyPr/>
          <a:lstStyle/>
          <a:p>
            <a:r>
              <a:rPr lang="en-US"/>
              <a:t>SUP: explain sparse ; new question:  </a:t>
            </a:r>
          </a:p>
        </p:txBody>
      </p:sp>
      <p:sp>
        <p:nvSpPr>
          <p:cNvPr id="4" name="Slide Number Placeholder 3">
            <a:extLst>
              <a:ext uri="{FF2B5EF4-FFF2-40B4-BE49-F238E27FC236}">
                <a16:creationId xmlns:a16="http://schemas.microsoft.com/office/drawing/2014/main" id="{EB827E66-2B92-8EE6-F37E-62A48B5A4998}"/>
              </a:ext>
            </a:extLst>
          </p:cNvPr>
          <p:cNvSpPr>
            <a:spLocks noGrp="1"/>
          </p:cNvSpPr>
          <p:nvPr>
            <p:ph type="sldNum" sz="quarter" idx="5"/>
          </p:nvPr>
        </p:nvSpPr>
        <p:spPr/>
        <p:txBody>
          <a:bodyPr/>
          <a:lstStyle/>
          <a:p>
            <a:fld id="{769943EA-69D9-7E49-97CD-A49926F617C9}" type="slidenum">
              <a:rPr lang="en-US" smtClean="0"/>
              <a:t>45</a:t>
            </a:fld>
            <a:endParaRPr lang="en-US"/>
          </a:p>
        </p:txBody>
      </p:sp>
    </p:spTree>
    <p:extLst>
      <p:ext uri="{BB962C8B-B14F-4D97-AF65-F5344CB8AC3E}">
        <p14:creationId xmlns:p14="http://schemas.microsoft.com/office/powerpoint/2010/main" val="32577198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C6AA9-23D7-91E8-876D-6D214CB375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6B7508-7130-3C27-2766-837F2DEC4B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FEF51D-7A3A-422B-979E-DA73258DB87D}"/>
              </a:ext>
            </a:extLst>
          </p:cNvPr>
          <p:cNvSpPr>
            <a:spLocks noGrp="1"/>
          </p:cNvSpPr>
          <p:nvPr>
            <p:ph type="body" idx="1"/>
          </p:nvPr>
        </p:nvSpPr>
        <p:spPr/>
        <p:txBody>
          <a:bodyPr/>
          <a:lstStyle/>
          <a:p>
            <a:r>
              <a:rPr lang="en-US"/>
              <a:t>SUP: explain sparse ; new question:  </a:t>
            </a:r>
          </a:p>
        </p:txBody>
      </p:sp>
      <p:sp>
        <p:nvSpPr>
          <p:cNvPr id="4" name="Slide Number Placeholder 3">
            <a:extLst>
              <a:ext uri="{FF2B5EF4-FFF2-40B4-BE49-F238E27FC236}">
                <a16:creationId xmlns:a16="http://schemas.microsoft.com/office/drawing/2014/main" id="{F105CC6E-FD24-C42B-1A7B-87F3EF3723EC}"/>
              </a:ext>
            </a:extLst>
          </p:cNvPr>
          <p:cNvSpPr>
            <a:spLocks noGrp="1"/>
          </p:cNvSpPr>
          <p:nvPr>
            <p:ph type="sldNum" sz="quarter" idx="5"/>
          </p:nvPr>
        </p:nvSpPr>
        <p:spPr/>
        <p:txBody>
          <a:bodyPr/>
          <a:lstStyle/>
          <a:p>
            <a:fld id="{769943EA-69D9-7E49-97CD-A49926F617C9}" type="slidenum">
              <a:rPr lang="en-US" smtClean="0"/>
              <a:t>46</a:t>
            </a:fld>
            <a:endParaRPr lang="en-US"/>
          </a:p>
        </p:txBody>
      </p:sp>
    </p:spTree>
    <p:extLst>
      <p:ext uri="{BB962C8B-B14F-4D97-AF65-F5344CB8AC3E}">
        <p14:creationId xmlns:p14="http://schemas.microsoft.com/office/powerpoint/2010/main" val="39251136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AA31C-7DC0-C900-1B74-1A8F532209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F0A57A-A582-B6B3-9080-7AB21AACEC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51EC34-C6F1-36AF-7109-F17989B31BFD}"/>
              </a:ext>
            </a:extLst>
          </p:cNvPr>
          <p:cNvSpPr>
            <a:spLocks noGrp="1"/>
          </p:cNvSpPr>
          <p:nvPr>
            <p:ph type="body" idx="1"/>
          </p:nvPr>
        </p:nvSpPr>
        <p:spPr/>
        <p:txBody>
          <a:bodyPr/>
          <a:lstStyle/>
          <a:p>
            <a:r>
              <a:rPr lang="en-US"/>
              <a:t>SUP: explain sparse ; new question:  </a:t>
            </a:r>
          </a:p>
        </p:txBody>
      </p:sp>
      <p:sp>
        <p:nvSpPr>
          <p:cNvPr id="4" name="Slide Number Placeholder 3">
            <a:extLst>
              <a:ext uri="{FF2B5EF4-FFF2-40B4-BE49-F238E27FC236}">
                <a16:creationId xmlns:a16="http://schemas.microsoft.com/office/drawing/2014/main" id="{BEC5EBE0-5B36-753B-3816-14AF4E21496D}"/>
              </a:ext>
            </a:extLst>
          </p:cNvPr>
          <p:cNvSpPr>
            <a:spLocks noGrp="1"/>
          </p:cNvSpPr>
          <p:nvPr>
            <p:ph type="sldNum" sz="quarter" idx="5"/>
          </p:nvPr>
        </p:nvSpPr>
        <p:spPr/>
        <p:txBody>
          <a:bodyPr/>
          <a:lstStyle/>
          <a:p>
            <a:fld id="{769943EA-69D9-7E49-97CD-A49926F617C9}" type="slidenum">
              <a:rPr lang="en-US" smtClean="0"/>
              <a:t>47</a:t>
            </a:fld>
            <a:endParaRPr lang="en-US"/>
          </a:p>
        </p:txBody>
      </p:sp>
    </p:spTree>
    <p:extLst>
      <p:ext uri="{BB962C8B-B14F-4D97-AF65-F5344CB8AC3E}">
        <p14:creationId xmlns:p14="http://schemas.microsoft.com/office/powerpoint/2010/main" val="31643179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Solid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AE84-700B-054E-8730-2262E5327E60}"/>
              </a:ext>
            </a:extLst>
          </p:cNvPr>
          <p:cNvSpPr>
            <a:spLocks noGrp="1"/>
          </p:cNvSpPr>
          <p:nvPr>
            <p:ph type="ctrTitle" hasCustomPrompt="1"/>
          </p:nvPr>
        </p:nvSpPr>
        <p:spPr>
          <a:xfrm>
            <a:off x="974725" y="2677626"/>
            <a:ext cx="10354360" cy="1843238"/>
          </a:xfrm>
        </p:spPr>
        <p:txBody>
          <a:bodyPr lIns="0" tIns="0" rIns="0" bIns="0" anchor="t" anchorCtr="0">
            <a:normAutofit/>
          </a:bodyPr>
          <a:lstStyle>
            <a:lvl1pPr algn="l">
              <a:defRPr sz="6000" b="1">
                <a:solidFill>
                  <a:schemeClr val="bg1"/>
                </a:solidFill>
                <a:latin typeface="Roboto" panose="02000000000000000000" pitchFamily="2" charset="0"/>
                <a:ea typeface="Roboto" panose="02000000000000000000" pitchFamily="2" charset="0"/>
                <a:cs typeface="Arial" panose="020B0604020202020204" pitchFamily="34" charset="0"/>
              </a:defRPr>
            </a:lvl1pPr>
          </a:lstStyle>
          <a:p>
            <a:r>
              <a:rPr lang="en-US"/>
              <a:t>Presentation Title Goes </a:t>
            </a:r>
            <a:br>
              <a:rPr lang="en-US"/>
            </a:br>
            <a:r>
              <a:rPr lang="en-US"/>
              <a:t>Right Here</a:t>
            </a:r>
          </a:p>
        </p:txBody>
      </p:sp>
      <p:cxnSp>
        <p:nvCxnSpPr>
          <p:cNvPr id="8" name="Straight Connector 7">
            <a:extLst>
              <a:ext uri="{FF2B5EF4-FFF2-40B4-BE49-F238E27FC236}">
                <a16:creationId xmlns:a16="http://schemas.microsoft.com/office/drawing/2014/main" id="{C4E1A789-3A04-9240-BCEC-3DACF2B52870}"/>
              </a:ext>
            </a:extLst>
          </p:cNvPr>
          <p:cNvCxnSpPr>
            <a:cxnSpLocks/>
          </p:cNvCxnSpPr>
          <p:nvPr userDrawn="1"/>
        </p:nvCxnSpPr>
        <p:spPr>
          <a:xfrm>
            <a:off x="974126" y="2339665"/>
            <a:ext cx="768531" cy="0"/>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ubtitle 2">
            <a:extLst>
              <a:ext uri="{FF2B5EF4-FFF2-40B4-BE49-F238E27FC236}">
                <a16:creationId xmlns:a16="http://schemas.microsoft.com/office/drawing/2014/main" id="{7055E247-542B-D541-8F36-DBA97343BC92}"/>
              </a:ext>
            </a:extLst>
          </p:cNvPr>
          <p:cNvSpPr>
            <a:spLocks noGrp="1"/>
          </p:cNvSpPr>
          <p:nvPr>
            <p:ph type="subTitle" idx="1" hasCustomPrompt="1"/>
          </p:nvPr>
        </p:nvSpPr>
        <p:spPr>
          <a:xfrm>
            <a:off x="974725" y="4709626"/>
            <a:ext cx="10354360" cy="407460"/>
          </a:xfrm>
        </p:spPr>
        <p:txBody>
          <a:bodyPr lIns="0" tIns="0" rIns="0" bIns="0"/>
          <a:lstStyle>
            <a:lvl1pPr marL="0" indent="0" algn="l">
              <a:buNone/>
              <a:defRPr sz="2400" b="1">
                <a:solidFill>
                  <a:schemeClr val="accent1"/>
                </a:solidFill>
                <a:latin typeface="Roboto" panose="02000000000000000000" pitchFamily="2" charset="0"/>
                <a:ea typeface="Roboto"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PRESENTATION SUBTITLE</a:t>
            </a:r>
          </a:p>
        </p:txBody>
      </p:sp>
      <p:sp>
        <p:nvSpPr>
          <p:cNvPr id="6" name="Text Placeholder 15">
            <a:extLst>
              <a:ext uri="{FF2B5EF4-FFF2-40B4-BE49-F238E27FC236}">
                <a16:creationId xmlns:a16="http://schemas.microsoft.com/office/drawing/2014/main" id="{2BBC7A98-1B1E-8545-AABD-0F79723A230C}"/>
              </a:ext>
            </a:extLst>
          </p:cNvPr>
          <p:cNvSpPr>
            <a:spLocks noGrp="1"/>
          </p:cNvSpPr>
          <p:nvPr>
            <p:ph type="body" sz="quarter" idx="10" hasCustomPrompt="1"/>
          </p:nvPr>
        </p:nvSpPr>
        <p:spPr>
          <a:xfrm>
            <a:off x="974725" y="5148794"/>
            <a:ext cx="10354360" cy="463108"/>
          </a:xfrm>
        </p:spPr>
        <p:txBody>
          <a:bodyPr lIns="0" tIns="0" rIns="0" bIns="0">
            <a:normAutofit/>
          </a:bodyPr>
          <a:lstStyle>
            <a:lvl1pPr marL="0" indent="0">
              <a:buNone/>
              <a:defRPr sz="2400">
                <a:solidFill>
                  <a:schemeClr val="bg1"/>
                </a:solidFill>
                <a:latin typeface="Roboto" panose="02000000000000000000" pitchFamily="2" charset="0"/>
                <a:ea typeface="Roboto" panose="02000000000000000000"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Month XX, 2020</a:t>
            </a:r>
          </a:p>
        </p:txBody>
      </p:sp>
      <p:sp>
        <p:nvSpPr>
          <p:cNvPr id="7" name="Footer Placeholder 4">
            <a:extLst>
              <a:ext uri="{FF2B5EF4-FFF2-40B4-BE49-F238E27FC236}">
                <a16:creationId xmlns:a16="http://schemas.microsoft.com/office/drawing/2014/main" id="{AA810B86-CAB7-EA43-BC2F-6E66762DC8D3}"/>
              </a:ext>
            </a:extLst>
          </p:cNvPr>
          <p:cNvSpPr>
            <a:spLocks noGrp="1"/>
          </p:cNvSpPr>
          <p:nvPr>
            <p:ph type="ftr" sz="quarter" idx="3"/>
          </p:nvPr>
        </p:nvSpPr>
        <p:spPr>
          <a:xfrm>
            <a:off x="952500" y="1774216"/>
            <a:ext cx="10376585" cy="365125"/>
          </a:xfrm>
          <a:prstGeom prst="rect">
            <a:avLst/>
          </a:prstGeom>
          <a:noFill/>
        </p:spPr>
        <p:txBody>
          <a:bodyPr vert="horz" lIns="0" tIns="0" rIns="0" bIns="0" rtlCol="0" anchor="ctr"/>
          <a:lstStyle>
            <a:lvl1pPr algn="l">
              <a:defRPr sz="2200" b="0">
                <a:solidFill>
                  <a:schemeClr val="bg1"/>
                </a:solidFill>
                <a:latin typeface="Roboto" panose="02000000000000000000" pitchFamily="2" charset="0"/>
                <a:ea typeface="Roboto" panose="02000000000000000000" pitchFamily="2" charset="0"/>
              </a:defRPr>
            </a:lvl1pPr>
          </a:lstStyle>
          <a:p>
            <a:r>
              <a:rPr lang="en-US"/>
              <a:t>Insert-&gt;Header and Footer-&gt;Type Customizable Name</a:t>
            </a:r>
          </a:p>
        </p:txBody>
      </p:sp>
      <p:pic>
        <p:nvPicPr>
          <p:cNvPr id="12" name="Picture 11" descr="The University of Iowa">
            <a:extLst>
              <a:ext uri="{FF2B5EF4-FFF2-40B4-BE49-F238E27FC236}">
                <a16:creationId xmlns:a16="http://schemas.microsoft.com/office/drawing/2014/main" id="{A096FDD2-3609-3C49-9ED5-616F9E36DB07}"/>
              </a:ext>
            </a:extLst>
          </p:cNvPr>
          <p:cNvPicPr>
            <a:picLocks noChangeAspect="1"/>
          </p:cNvPicPr>
          <p:nvPr userDrawn="1"/>
        </p:nvPicPr>
        <p:blipFill>
          <a:blip r:embed="rId2"/>
          <a:stretch>
            <a:fillRect/>
          </a:stretch>
        </p:blipFill>
        <p:spPr>
          <a:xfrm>
            <a:off x="8625016" y="0"/>
            <a:ext cx="2693773" cy="1279542"/>
          </a:xfrm>
          <a:prstGeom prst="rect">
            <a:avLst/>
          </a:prstGeom>
        </p:spPr>
      </p:pic>
      <p:sp>
        <p:nvSpPr>
          <p:cNvPr id="3" name="Slide Number Placeholder 2">
            <a:extLst>
              <a:ext uri="{FF2B5EF4-FFF2-40B4-BE49-F238E27FC236}">
                <a16:creationId xmlns:a16="http://schemas.microsoft.com/office/drawing/2014/main" id="{DBEEDFE2-0F2F-5B5E-EF0E-1C268052549B}"/>
              </a:ext>
            </a:extLst>
          </p:cNvPr>
          <p:cNvSpPr>
            <a:spLocks noGrp="1"/>
          </p:cNvSpPr>
          <p:nvPr>
            <p:ph type="sldNum" sz="quarter" idx="11"/>
          </p:nvPr>
        </p:nvSpPr>
        <p:spPr/>
        <p:txBody>
          <a:bodyPr/>
          <a:lstStyle/>
          <a:p>
            <a:fld id="{C6684DFB-8BCD-4B6F-9AA1-83F3BA61DF41}" type="slidenum">
              <a:rPr lang="en-US" smtClean="0"/>
              <a:t>‹#›</a:t>
            </a:fld>
            <a:endParaRPr lang="en-US"/>
          </a:p>
        </p:txBody>
      </p:sp>
    </p:spTree>
    <p:extLst>
      <p:ext uri="{BB962C8B-B14F-4D97-AF65-F5344CB8AC3E}">
        <p14:creationId xmlns:p14="http://schemas.microsoft.com/office/powerpoint/2010/main" val="35599010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60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Solid Go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AE84-700B-054E-8730-2262E5327E60}"/>
              </a:ext>
            </a:extLst>
          </p:cNvPr>
          <p:cNvSpPr>
            <a:spLocks noGrp="1"/>
          </p:cNvSpPr>
          <p:nvPr>
            <p:ph type="ctrTitle" hasCustomPrompt="1"/>
          </p:nvPr>
        </p:nvSpPr>
        <p:spPr>
          <a:xfrm>
            <a:off x="974725" y="2677626"/>
            <a:ext cx="9144000" cy="1843238"/>
          </a:xfrm>
        </p:spPr>
        <p:txBody>
          <a:bodyPr lIns="0" tIns="0" rIns="0" bIns="0" anchor="t" anchorCtr="0">
            <a:normAutofit/>
          </a:bodyPr>
          <a:lstStyle>
            <a:lvl1pPr algn="l">
              <a:defRPr sz="6000" b="1">
                <a:solidFill>
                  <a:schemeClr val="tx1"/>
                </a:solidFill>
                <a:latin typeface="Roboto" panose="02000000000000000000" pitchFamily="2" charset="0"/>
                <a:ea typeface="Roboto" panose="02000000000000000000" pitchFamily="2" charset="0"/>
                <a:cs typeface="Arial" panose="020B0604020202020204" pitchFamily="34" charset="0"/>
              </a:defRPr>
            </a:lvl1pPr>
          </a:lstStyle>
          <a:p>
            <a:r>
              <a:rPr lang="en-US"/>
              <a:t>Presentation Title Goes Right Here</a:t>
            </a:r>
          </a:p>
        </p:txBody>
      </p:sp>
      <p:cxnSp>
        <p:nvCxnSpPr>
          <p:cNvPr id="8" name="Straight Connector 7">
            <a:extLst>
              <a:ext uri="{FF2B5EF4-FFF2-40B4-BE49-F238E27FC236}">
                <a16:creationId xmlns:a16="http://schemas.microsoft.com/office/drawing/2014/main" id="{C4E1A789-3A04-9240-BCEC-3DACF2B52870}"/>
              </a:ext>
            </a:extLst>
          </p:cNvPr>
          <p:cNvCxnSpPr>
            <a:cxnSpLocks/>
          </p:cNvCxnSpPr>
          <p:nvPr userDrawn="1"/>
        </p:nvCxnSpPr>
        <p:spPr>
          <a:xfrm>
            <a:off x="974126" y="2339665"/>
            <a:ext cx="768531"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Subtitle 2">
            <a:extLst>
              <a:ext uri="{FF2B5EF4-FFF2-40B4-BE49-F238E27FC236}">
                <a16:creationId xmlns:a16="http://schemas.microsoft.com/office/drawing/2014/main" id="{7055E247-542B-D541-8F36-DBA97343BC92}"/>
              </a:ext>
            </a:extLst>
          </p:cNvPr>
          <p:cNvSpPr>
            <a:spLocks noGrp="1"/>
          </p:cNvSpPr>
          <p:nvPr>
            <p:ph type="subTitle" idx="1" hasCustomPrompt="1"/>
          </p:nvPr>
        </p:nvSpPr>
        <p:spPr>
          <a:xfrm>
            <a:off x="974725" y="4709626"/>
            <a:ext cx="9144000" cy="407460"/>
          </a:xfrm>
        </p:spPr>
        <p:txBody>
          <a:bodyPr lIns="0" tIns="0" rIns="0" bIns="0"/>
          <a:lstStyle>
            <a:lvl1pPr marL="0" indent="0" algn="l">
              <a:buNone/>
              <a:defRPr sz="2400" b="1">
                <a:solidFill>
                  <a:schemeClr val="tx1"/>
                </a:solidFill>
                <a:latin typeface="Roboto" panose="02000000000000000000" pitchFamily="2" charset="0"/>
                <a:ea typeface="Roboto"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PRESENTATION SUBTITLE</a:t>
            </a:r>
          </a:p>
        </p:txBody>
      </p:sp>
      <p:sp>
        <p:nvSpPr>
          <p:cNvPr id="6" name="Text Placeholder 15">
            <a:extLst>
              <a:ext uri="{FF2B5EF4-FFF2-40B4-BE49-F238E27FC236}">
                <a16:creationId xmlns:a16="http://schemas.microsoft.com/office/drawing/2014/main" id="{2BBC7A98-1B1E-8545-AABD-0F79723A230C}"/>
              </a:ext>
            </a:extLst>
          </p:cNvPr>
          <p:cNvSpPr>
            <a:spLocks noGrp="1"/>
          </p:cNvSpPr>
          <p:nvPr>
            <p:ph type="body" sz="quarter" idx="10" hasCustomPrompt="1"/>
          </p:nvPr>
        </p:nvSpPr>
        <p:spPr>
          <a:xfrm>
            <a:off x="974725" y="5087150"/>
            <a:ext cx="9144000" cy="463108"/>
          </a:xfrm>
        </p:spPr>
        <p:txBody>
          <a:bodyPr lIns="0" tIns="0" rIns="0" bIns="0">
            <a:normAutofit/>
          </a:bodyPr>
          <a:lstStyle>
            <a:lvl1pPr marL="0" indent="0">
              <a:buNone/>
              <a:defRPr sz="2400">
                <a:solidFill>
                  <a:schemeClr val="tx1"/>
                </a:solidFill>
                <a:latin typeface="Roboto" panose="02000000000000000000" pitchFamily="2" charset="0"/>
                <a:ea typeface="Roboto" panose="02000000000000000000"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Month XX, 2020</a:t>
            </a:r>
          </a:p>
        </p:txBody>
      </p:sp>
      <p:sp>
        <p:nvSpPr>
          <p:cNvPr id="7" name="Footer Placeholder 4">
            <a:extLst>
              <a:ext uri="{FF2B5EF4-FFF2-40B4-BE49-F238E27FC236}">
                <a16:creationId xmlns:a16="http://schemas.microsoft.com/office/drawing/2014/main" id="{AA810B86-CAB7-EA43-BC2F-6E66762DC8D3}"/>
              </a:ext>
            </a:extLst>
          </p:cNvPr>
          <p:cNvSpPr>
            <a:spLocks noGrp="1"/>
          </p:cNvSpPr>
          <p:nvPr>
            <p:ph type="ftr" sz="quarter" idx="3"/>
          </p:nvPr>
        </p:nvSpPr>
        <p:spPr>
          <a:xfrm>
            <a:off x="952500" y="1774216"/>
            <a:ext cx="9166225" cy="365125"/>
          </a:xfrm>
          <a:prstGeom prst="rect">
            <a:avLst/>
          </a:prstGeom>
          <a:noFill/>
        </p:spPr>
        <p:txBody>
          <a:bodyPr vert="horz" lIns="0" tIns="0" rIns="0" bIns="0" rtlCol="0" anchor="ctr"/>
          <a:lstStyle>
            <a:lvl1pPr algn="l">
              <a:defRPr sz="2200" b="0">
                <a:solidFill>
                  <a:schemeClr val="tx1"/>
                </a:solidFill>
                <a:latin typeface="Roboto" panose="02000000000000000000" pitchFamily="2" charset="0"/>
                <a:ea typeface="Roboto" panose="02000000000000000000" pitchFamily="2" charset="0"/>
              </a:defRPr>
            </a:lvl1pPr>
          </a:lstStyle>
          <a:p>
            <a:r>
              <a:rPr lang="en-US"/>
              <a:t>Insert-&gt;Header and Footer-&gt;Type Customizable Name</a:t>
            </a:r>
          </a:p>
        </p:txBody>
      </p:sp>
      <p:pic>
        <p:nvPicPr>
          <p:cNvPr id="10" name="Picture 9">
            <a:extLst>
              <a:ext uri="{FF2B5EF4-FFF2-40B4-BE49-F238E27FC236}">
                <a16:creationId xmlns:a16="http://schemas.microsoft.com/office/drawing/2014/main" id="{4A685527-7A8C-3647-9D96-6D076FA7A7CE}"/>
              </a:ext>
            </a:extLst>
          </p:cNvPr>
          <p:cNvPicPr>
            <a:picLocks noChangeAspect="1"/>
          </p:cNvPicPr>
          <p:nvPr userDrawn="1"/>
        </p:nvPicPr>
        <p:blipFill>
          <a:blip r:embed="rId2"/>
          <a:srcRect/>
          <a:stretch/>
        </p:blipFill>
        <p:spPr>
          <a:xfrm>
            <a:off x="8628383" y="0"/>
            <a:ext cx="2687038" cy="1279542"/>
          </a:xfrm>
          <a:prstGeom prst="rect">
            <a:avLst/>
          </a:prstGeom>
        </p:spPr>
      </p:pic>
      <p:sp>
        <p:nvSpPr>
          <p:cNvPr id="3" name="Slide Number Placeholder 2">
            <a:extLst>
              <a:ext uri="{FF2B5EF4-FFF2-40B4-BE49-F238E27FC236}">
                <a16:creationId xmlns:a16="http://schemas.microsoft.com/office/drawing/2014/main" id="{981548D1-6E27-E627-6E48-03CB3EE838E3}"/>
              </a:ext>
            </a:extLst>
          </p:cNvPr>
          <p:cNvSpPr>
            <a:spLocks noGrp="1"/>
          </p:cNvSpPr>
          <p:nvPr>
            <p:ph type="sldNum" sz="quarter" idx="11"/>
          </p:nvPr>
        </p:nvSpPr>
        <p:spPr/>
        <p:txBody>
          <a:bodyPr/>
          <a:lstStyle/>
          <a:p>
            <a:fld id="{C6684DFB-8BCD-4B6F-9AA1-83F3BA61DF41}" type="slidenum">
              <a:rPr lang="en-US" smtClean="0"/>
              <a:pPr/>
              <a:t>‹#›</a:t>
            </a:fld>
            <a:endParaRPr lang="en-US"/>
          </a:p>
        </p:txBody>
      </p:sp>
    </p:spTree>
    <p:extLst>
      <p:ext uri="{BB962C8B-B14F-4D97-AF65-F5344CB8AC3E}">
        <p14:creationId xmlns:p14="http://schemas.microsoft.com/office/powerpoint/2010/main" val="1297889237"/>
      </p:ext>
    </p:extLst>
  </p:cSld>
  <p:clrMapOvr>
    <a:masterClrMapping/>
  </p:clrMapOvr>
  <p:extLst>
    <p:ext uri="{DCECCB84-F9BA-43D5-87BE-67443E8EF086}">
      <p15:sldGuideLst xmlns:p15="http://schemas.microsoft.com/office/powerpoint/2012/main">
        <p15:guide id="1" orient="horz" pos="2160">
          <p15:clr>
            <a:srgbClr val="FBAE40"/>
          </p15:clr>
        </p15:guide>
        <p15:guide id="2" pos="60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Image– Solid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AE84-700B-054E-8730-2262E5327E60}"/>
              </a:ext>
            </a:extLst>
          </p:cNvPr>
          <p:cNvSpPr>
            <a:spLocks noGrp="1"/>
          </p:cNvSpPr>
          <p:nvPr>
            <p:ph type="ctrTitle" hasCustomPrompt="1"/>
          </p:nvPr>
        </p:nvSpPr>
        <p:spPr>
          <a:xfrm>
            <a:off x="960097" y="2184901"/>
            <a:ext cx="6155725" cy="2431224"/>
          </a:xfrm>
        </p:spPr>
        <p:txBody>
          <a:bodyPr anchor="ctr" anchorCtr="0">
            <a:normAutofit/>
          </a:bodyPr>
          <a:lstStyle>
            <a:lvl1pPr algn="l">
              <a:defRPr sz="5500" b="1">
                <a:solidFill>
                  <a:schemeClr val="bg1"/>
                </a:solidFill>
                <a:latin typeface="Arial" panose="020B0604020202020204" pitchFamily="34" charset="0"/>
                <a:cs typeface="Arial" panose="020B0604020202020204" pitchFamily="34" charset="0"/>
              </a:defRPr>
            </a:lvl1pPr>
          </a:lstStyle>
          <a:p>
            <a:r>
              <a:rPr lang="en-US"/>
              <a:t>Example of the Presentation </a:t>
            </a:r>
            <a:br>
              <a:rPr lang="en-US"/>
            </a:br>
            <a:r>
              <a:rPr lang="en-US"/>
              <a:t>Title Slide</a:t>
            </a:r>
          </a:p>
        </p:txBody>
      </p:sp>
      <p:sp>
        <p:nvSpPr>
          <p:cNvPr id="12" name="Subtitle 2">
            <a:extLst>
              <a:ext uri="{FF2B5EF4-FFF2-40B4-BE49-F238E27FC236}">
                <a16:creationId xmlns:a16="http://schemas.microsoft.com/office/drawing/2014/main" id="{114C79AA-0B96-2A43-86A1-A71A1D4C8E7A}"/>
              </a:ext>
            </a:extLst>
          </p:cNvPr>
          <p:cNvSpPr>
            <a:spLocks noGrp="1"/>
          </p:cNvSpPr>
          <p:nvPr>
            <p:ph type="subTitle" idx="1" hasCustomPrompt="1"/>
          </p:nvPr>
        </p:nvSpPr>
        <p:spPr>
          <a:xfrm>
            <a:off x="960098" y="4676833"/>
            <a:ext cx="6155726" cy="494797"/>
          </a:xfrm>
        </p:spPr>
        <p:txBody>
          <a:bodyPr/>
          <a:lstStyle>
            <a:lvl1pPr marL="0" indent="0" algn="l">
              <a:buNone/>
              <a:defRPr sz="2400" b="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PRESENTATION SUBTITLE</a:t>
            </a:r>
          </a:p>
        </p:txBody>
      </p:sp>
      <p:sp>
        <p:nvSpPr>
          <p:cNvPr id="14" name="Text Placeholder 15">
            <a:extLst>
              <a:ext uri="{FF2B5EF4-FFF2-40B4-BE49-F238E27FC236}">
                <a16:creationId xmlns:a16="http://schemas.microsoft.com/office/drawing/2014/main" id="{A7101AB8-54F7-4A4E-9611-F4F2ECFBD1D2}"/>
              </a:ext>
            </a:extLst>
          </p:cNvPr>
          <p:cNvSpPr>
            <a:spLocks noGrp="1"/>
          </p:cNvSpPr>
          <p:nvPr>
            <p:ph type="body" sz="quarter" idx="10" hasCustomPrompt="1"/>
          </p:nvPr>
        </p:nvSpPr>
        <p:spPr>
          <a:xfrm>
            <a:off x="960096" y="5139429"/>
            <a:ext cx="6155726" cy="495309"/>
          </a:xfrm>
        </p:spPr>
        <p:txBody>
          <a:bodyPr>
            <a:normAutofit/>
          </a:bodyPr>
          <a:lstStyle>
            <a:lvl1pPr marL="0" indent="0">
              <a:buNone/>
              <a:defRPr sz="24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Month XX, 2020</a:t>
            </a:r>
          </a:p>
        </p:txBody>
      </p:sp>
      <p:sp>
        <p:nvSpPr>
          <p:cNvPr id="9" name="Footer Placeholder 4">
            <a:extLst>
              <a:ext uri="{FF2B5EF4-FFF2-40B4-BE49-F238E27FC236}">
                <a16:creationId xmlns:a16="http://schemas.microsoft.com/office/drawing/2014/main" id="{3BDD4F96-5BFE-3049-B4E0-9CDD4F5C3615}"/>
              </a:ext>
            </a:extLst>
          </p:cNvPr>
          <p:cNvSpPr>
            <a:spLocks noGrp="1"/>
          </p:cNvSpPr>
          <p:nvPr>
            <p:ph type="ftr" sz="quarter" idx="3"/>
          </p:nvPr>
        </p:nvSpPr>
        <p:spPr>
          <a:xfrm>
            <a:off x="3929599" y="152400"/>
            <a:ext cx="3385601" cy="919069"/>
          </a:xfrm>
          <a:prstGeom prst="rect">
            <a:avLst/>
          </a:prstGeom>
          <a:noFill/>
        </p:spPr>
        <p:txBody>
          <a:bodyPr vert="horz" lIns="0" tIns="0" rIns="0" bIns="0" rtlCol="0" anchor="b" anchorCtr="0"/>
          <a:lstStyle>
            <a:lvl1pPr algn="l">
              <a:defRPr sz="2000" b="0">
                <a:solidFill>
                  <a:schemeClr val="bg1"/>
                </a:solidFill>
                <a:latin typeface="Roboto" panose="02000000000000000000" pitchFamily="2" charset="0"/>
                <a:ea typeface="Roboto" panose="02000000000000000000" pitchFamily="2" charset="0"/>
              </a:defRPr>
            </a:lvl1pPr>
          </a:lstStyle>
          <a:p>
            <a:r>
              <a:rPr lang="en-US"/>
              <a:t>Insert-&gt;Header and Footer-&gt;Type Customizable Name</a:t>
            </a:r>
            <a:endParaRPr lang="en-US">
              <a:solidFill>
                <a:schemeClr val="bg1"/>
              </a:solidFill>
            </a:endParaRPr>
          </a:p>
        </p:txBody>
      </p:sp>
      <p:pic>
        <p:nvPicPr>
          <p:cNvPr id="13" name="Picture 12">
            <a:extLst>
              <a:ext uri="{FF2B5EF4-FFF2-40B4-BE49-F238E27FC236}">
                <a16:creationId xmlns:a16="http://schemas.microsoft.com/office/drawing/2014/main" id="{F49CB936-90E7-D144-B9DC-7CF3F98E2FF4}"/>
              </a:ext>
            </a:extLst>
          </p:cNvPr>
          <p:cNvPicPr>
            <a:picLocks noChangeAspect="1"/>
          </p:cNvPicPr>
          <p:nvPr userDrawn="1"/>
        </p:nvPicPr>
        <p:blipFill>
          <a:blip r:embed="rId2"/>
          <a:srcRect/>
          <a:stretch/>
        </p:blipFill>
        <p:spPr>
          <a:xfrm>
            <a:off x="947738" y="1599"/>
            <a:ext cx="2687038" cy="1276343"/>
          </a:xfrm>
          <a:prstGeom prst="rect">
            <a:avLst/>
          </a:prstGeom>
        </p:spPr>
      </p:pic>
      <p:sp>
        <p:nvSpPr>
          <p:cNvPr id="18" name="Picture Placeholder 4">
            <a:extLst>
              <a:ext uri="{FF2B5EF4-FFF2-40B4-BE49-F238E27FC236}">
                <a16:creationId xmlns:a16="http://schemas.microsoft.com/office/drawing/2014/main" id="{2C35F063-23A9-F244-9022-8BBB7E277ACC}"/>
              </a:ext>
            </a:extLst>
          </p:cNvPr>
          <p:cNvSpPr>
            <a:spLocks noGrp="1"/>
          </p:cNvSpPr>
          <p:nvPr>
            <p:ph type="pic" sz="quarter" idx="11"/>
          </p:nvPr>
        </p:nvSpPr>
        <p:spPr>
          <a:xfrm>
            <a:off x="7624118" y="0"/>
            <a:ext cx="4567882" cy="6858000"/>
          </a:xfrm>
          <a:prstGeom prst="rect">
            <a:avLst/>
          </a:prstGeom>
        </p:spPr>
        <p:txBody>
          <a:bodyPr anchor="ctr" anchorCtr="0"/>
          <a:lstStyle>
            <a:lvl1pPr marL="0" indent="0" algn="ctr">
              <a:buNone/>
              <a:defRPr b="0" i="0">
                <a:solidFill>
                  <a:schemeClr val="bg1"/>
                </a:solidFill>
                <a:latin typeface="Arial" panose="020B0604020202020204" pitchFamily="34" charset="0"/>
              </a:defRPr>
            </a:lvl1pPr>
          </a:lstStyle>
          <a:p>
            <a:r>
              <a:rPr lang="en-US"/>
              <a:t>Click icon to add picture</a:t>
            </a:r>
          </a:p>
        </p:txBody>
      </p:sp>
      <p:sp>
        <p:nvSpPr>
          <p:cNvPr id="3" name="Slide Number Placeholder 2">
            <a:extLst>
              <a:ext uri="{FF2B5EF4-FFF2-40B4-BE49-F238E27FC236}">
                <a16:creationId xmlns:a16="http://schemas.microsoft.com/office/drawing/2014/main" id="{EDAB83F4-9689-9B2B-AC0B-A64F1ADA154E}"/>
              </a:ext>
            </a:extLst>
          </p:cNvPr>
          <p:cNvSpPr>
            <a:spLocks noGrp="1"/>
          </p:cNvSpPr>
          <p:nvPr>
            <p:ph type="sldNum" sz="quarter" idx="12"/>
          </p:nvPr>
        </p:nvSpPr>
        <p:spPr/>
        <p:txBody>
          <a:bodyPr/>
          <a:lstStyle/>
          <a:p>
            <a:fld id="{C6684DFB-8BCD-4B6F-9AA1-83F3BA61DF41}" type="slidenum">
              <a:rPr lang="en-US" smtClean="0"/>
              <a:t>‹#›</a:t>
            </a:fld>
            <a:endParaRPr lang="en-US"/>
          </a:p>
        </p:txBody>
      </p:sp>
    </p:spTree>
    <p:extLst>
      <p:ext uri="{BB962C8B-B14F-4D97-AF65-F5344CB8AC3E}">
        <p14:creationId xmlns:p14="http://schemas.microsoft.com/office/powerpoint/2010/main" val="1509413788"/>
      </p:ext>
    </p:extLst>
  </p:cSld>
  <p:clrMapOvr>
    <a:masterClrMapping/>
  </p:clrMapOvr>
  <p:extLst>
    <p:ext uri="{DCECCB84-F9BA-43D5-87BE-67443E8EF086}">
      <p15:sldGuideLst xmlns:p15="http://schemas.microsoft.com/office/powerpoint/2012/main">
        <p15:guide id="1" orient="horz" pos="2160">
          <p15:clr>
            <a:srgbClr val="FBAE40"/>
          </p15:clr>
        </p15:guide>
        <p15:guide id="2" pos="597">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with Image– Solid Go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AE84-700B-054E-8730-2262E5327E60}"/>
              </a:ext>
            </a:extLst>
          </p:cNvPr>
          <p:cNvSpPr>
            <a:spLocks noGrp="1"/>
          </p:cNvSpPr>
          <p:nvPr>
            <p:ph type="ctrTitle" hasCustomPrompt="1"/>
          </p:nvPr>
        </p:nvSpPr>
        <p:spPr>
          <a:xfrm>
            <a:off x="960097" y="2184901"/>
            <a:ext cx="6155725" cy="2561760"/>
          </a:xfrm>
        </p:spPr>
        <p:txBody>
          <a:bodyPr anchor="ctr" anchorCtr="0">
            <a:normAutofit/>
          </a:bodyPr>
          <a:lstStyle>
            <a:lvl1pPr algn="l">
              <a:defRPr sz="5500" b="1">
                <a:solidFill>
                  <a:schemeClr val="tx1"/>
                </a:solidFill>
                <a:latin typeface="Arial" panose="020B0604020202020204" pitchFamily="34" charset="0"/>
                <a:cs typeface="Arial" panose="020B0604020202020204" pitchFamily="34" charset="0"/>
              </a:defRPr>
            </a:lvl1pPr>
          </a:lstStyle>
          <a:p>
            <a:r>
              <a:rPr lang="en-US"/>
              <a:t>Example of the Presentation </a:t>
            </a:r>
            <a:br>
              <a:rPr lang="en-US"/>
            </a:br>
            <a:r>
              <a:rPr lang="en-US"/>
              <a:t>Title Slide</a:t>
            </a:r>
          </a:p>
        </p:txBody>
      </p:sp>
      <p:sp>
        <p:nvSpPr>
          <p:cNvPr id="3" name="Subtitle 2">
            <a:extLst>
              <a:ext uri="{FF2B5EF4-FFF2-40B4-BE49-F238E27FC236}">
                <a16:creationId xmlns:a16="http://schemas.microsoft.com/office/drawing/2014/main" id="{95B3A797-13D4-A243-B1AE-4498B36D475C}"/>
              </a:ext>
            </a:extLst>
          </p:cNvPr>
          <p:cNvSpPr>
            <a:spLocks noGrp="1"/>
          </p:cNvSpPr>
          <p:nvPr>
            <p:ph type="subTitle" idx="1" hasCustomPrompt="1"/>
          </p:nvPr>
        </p:nvSpPr>
        <p:spPr>
          <a:xfrm>
            <a:off x="960098" y="4676833"/>
            <a:ext cx="6155726" cy="494797"/>
          </a:xfrm>
        </p:spPr>
        <p:txBody>
          <a:bodyPr/>
          <a:lstStyle>
            <a:lvl1pPr marL="0" indent="0" algn="l">
              <a:buNone/>
              <a:defRPr sz="24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PRESENTATION SUBTITLE</a:t>
            </a:r>
          </a:p>
        </p:txBody>
      </p:sp>
      <p:sp>
        <p:nvSpPr>
          <p:cNvPr id="17" name="Text Placeholder 15">
            <a:extLst>
              <a:ext uri="{FF2B5EF4-FFF2-40B4-BE49-F238E27FC236}">
                <a16:creationId xmlns:a16="http://schemas.microsoft.com/office/drawing/2014/main" id="{884DA5E7-4B71-0543-8E46-EC2A81EAE3C1}"/>
              </a:ext>
            </a:extLst>
          </p:cNvPr>
          <p:cNvSpPr>
            <a:spLocks noGrp="1"/>
          </p:cNvSpPr>
          <p:nvPr>
            <p:ph type="body" sz="quarter" idx="10" hasCustomPrompt="1"/>
          </p:nvPr>
        </p:nvSpPr>
        <p:spPr>
          <a:xfrm>
            <a:off x="960096" y="5139429"/>
            <a:ext cx="6155726" cy="495309"/>
          </a:xfrm>
        </p:spPr>
        <p:txBody>
          <a:bodyPr>
            <a:normAutofit/>
          </a:bodyPr>
          <a:lstStyle>
            <a:lvl1pPr marL="0" indent="0">
              <a:buNone/>
              <a:defRPr sz="240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Month XX, 2020</a:t>
            </a:r>
          </a:p>
        </p:txBody>
      </p:sp>
      <p:sp>
        <p:nvSpPr>
          <p:cNvPr id="8" name="Footer Placeholder 4">
            <a:extLst>
              <a:ext uri="{FF2B5EF4-FFF2-40B4-BE49-F238E27FC236}">
                <a16:creationId xmlns:a16="http://schemas.microsoft.com/office/drawing/2014/main" id="{6EBCADCB-4DBB-9C43-A696-780C05775738}"/>
              </a:ext>
            </a:extLst>
          </p:cNvPr>
          <p:cNvSpPr>
            <a:spLocks noGrp="1"/>
          </p:cNvSpPr>
          <p:nvPr>
            <p:ph type="ftr" sz="quarter" idx="3"/>
          </p:nvPr>
        </p:nvSpPr>
        <p:spPr>
          <a:xfrm>
            <a:off x="3929599" y="152400"/>
            <a:ext cx="3385601" cy="919069"/>
          </a:xfrm>
          <a:prstGeom prst="rect">
            <a:avLst/>
          </a:prstGeom>
          <a:noFill/>
        </p:spPr>
        <p:txBody>
          <a:bodyPr vert="horz" lIns="0" tIns="0" rIns="0" bIns="0" rtlCol="0" anchor="b" anchorCtr="0"/>
          <a:lstStyle>
            <a:lvl1pPr algn="l">
              <a:defRPr sz="2000" b="0">
                <a:solidFill>
                  <a:schemeClr val="tx1"/>
                </a:solidFill>
                <a:latin typeface="Roboto" panose="02000000000000000000" pitchFamily="2" charset="0"/>
                <a:ea typeface="Roboto" panose="02000000000000000000" pitchFamily="2" charset="0"/>
              </a:defRPr>
            </a:lvl1pPr>
          </a:lstStyle>
          <a:p>
            <a:r>
              <a:rPr lang="en-US"/>
              <a:t>Insert-&gt;Header and Footer-&gt;Type Customizable Name</a:t>
            </a:r>
          </a:p>
        </p:txBody>
      </p:sp>
      <p:sp>
        <p:nvSpPr>
          <p:cNvPr id="18" name="Picture Placeholder 4">
            <a:extLst>
              <a:ext uri="{FF2B5EF4-FFF2-40B4-BE49-F238E27FC236}">
                <a16:creationId xmlns:a16="http://schemas.microsoft.com/office/drawing/2014/main" id="{2C35F063-23A9-F244-9022-8BBB7E277ACC}"/>
              </a:ext>
            </a:extLst>
          </p:cNvPr>
          <p:cNvSpPr>
            <a:spLocks noGrp="1"/>
          </p:cNvSpPr>
          <p:nvPr>
            <p:ph type="pic" sz="quarter" idx="11"/>
          </p:nvPr>
        </p:nvSpPr>
        <p:spPr>
          <a:xfrm>
            <a:off x="7624118" y="0"/>
            <a:ext cx="4567882" cy="6858000"/>
          </a:xfrm>
          <a:prstGeom prst="rect">
            <a:avLst/>
          </a:prstGeom>
        </p:spPr>
        <p:txBody>
          <a:bodyPr anchor="ctr" anchorCtr="0"/>
          <a:lstStyle>
            <a:lvl1pPr marL="0" indent="0" algn="ctr">
              <a:buNone/>
              <a:defRPr b="0" i="0">
                <a:solidFill>
                  <a:schemeClr val="accent3"/>
                </a:solidFill>
                <a:latin typeface="Arial" panose="020B0604020202020204" pitchFamily="34" charset="0"/>
              </a:defRPr>
            </a:lvl1pPr>
          </a:lstStyle>
          <a:p>
            <a:r>
              <a:rPr lang="en-US"/>
              <a:t>Click icon to add picture</a:t>
            </a:r>
          </a:p>
        </p:txBody>
      </p:sp>
      <p:pic>
        <p:nvPicPr>
          <p:cNvPr id="13" name="Picture 12">
            <a:extLst>
              <a:ext uri="{FF2B5EF4-FFF2-40B4-BE49-F238E27FC236}">
                <a16:creationId xmlns:a16="http://schemas.microsoft.com/office/drawing/2014/main" id="{D73F5E00-2329-6246-A2BB-7BCD46F83907}"/>
              </a:ext>
            </a:extLst>
          </p:cNvPr>
          <p:cNvPicPr>
            <a:picLocks noChangeAspect="1"/>
          </p:cNvPicPr>
          <p:nvPr userDrawn="1"/>
        </p:nvPicPr>
        <p:blipFill>
          <a:blip r:embed="rId2"/>
          <a:srcRect/>
          <a:stretch/>
        </p:blipFill>
        <p:spPr>
          <a:xfrm>
            <a:off x="947738" y="0"/>
            <a:ext cx="2687038" cy="1279542"/>
          </a:xfrm>
          <a:prstGeom prst="rect">
            <a:avLst/>
          </a:prstGeom>
        </p:spPr>
      </p:pic>
      <p:sp>
        <p:nvSpPr>
          <p:cNvPr id="4" name="Slide Number Placeholder 3">
            <a:extLst>
              <a:ext uri="{FF2B5EF4-FFF2-40B4-BE49-F238E27FC236}">
                <a16:creationId xmlns:a16="http://schemas.microsoft.com/office/drawing/2014/main" id="{3D7DE2A5-3721-D434-DA10-719B0240A26C}"/>
              </a:ext>
            </a:extLst>
          </p:cNvPr>
          <p:cNvSpPr>
            <a:spLocks noGrp="1"/>
          </p:cNvSpPr>
          <p:nvPr>
            <p:ph type="sldNum" sz="quarter" idx="12"/>
          </p:nvPr>
        </p:nvSpPr>
        <p:spPr/>
        <p:txBody>
          <a:bodyPr/>
          <a:lstStyle/>
          <a:p>
            <a:fld id="{C6684DFB-8BCD-4B6F-9AA1-83F3BA61DF41}" type="slidenum">
              <a:rPr lang="en-US" smtClean="0"/>
              <a:pPr/>
              <a:t>‹#›</a:t>
            </a:fld>
            <a:endParaRPr lang="en-US"/>
          </a:p>
        </p:txBody>
      </p:sp>
    </p:spTree>
    <p:extLst>
      <p:ext uri="{BB962C8B-B14F-4D97-AF65-F5344CB8AC3E}">
        <p14:creationId xmlns:p14="http://schemas.microsoft.com/office/powerpoint/2010/main" val="2339209882"/>
      </p:ext>
    </p:extLst>
  </p:cSld>
  <p:clrMapOvr>
    <a:masterClrMapping/>
  </p:clrMapOvr>
  <p:extLst>
    <p:ext uri="{DCECCB84-F9BA-43D5-87BE-67443E8EF086}">
      <p15:sldGuideLst xmlns:p15="http://schemas.microsoft.com/office/powerpoint/2012/main">
        <p15:guide id="1" orient="horz" pos="2160">
          <p15:clr>
            <a:srgbClr val="FBAE40"/>
          </p15:clr>
        </p15:guide>
        <p15:guide id="2" pos="597">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Slide – Solid Go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AE84-700B-054E-8730-2262E5327E60}"/>
              </a:ext>
            </a:extLst>
          </p:cNvPr>
          <p:cNvSpPr>
            <a:spLocks noGrp="1"/>
          </p:cNvSpPr>
          <p:nvPr>
            <p:ph type="ctrTitle" hasCustomPrompt="1"/>
          </p:nvPr>
        </p:nvSpPr>
        <p:spPr>
          <a:xfrm>
            <a:off x="952500" y="2805221"/>
            <a:ext cx="10286999" cy="759906"/>
          </a:xfrm>
        </p:spPr>
        <p:txBody>
          <a:bodyPr lIns="0" tIns="0" rIns="0" bIns="0" anchor="t" anchorCtr="0">
            <a:normAutofit/>
          </a:bodyPr>
          <a:lstStyle>
            <a:lvl1pPr algn="l">
              <a:defRPr sz="6000" b="1">
                <a:solidFill>
                  <a:schemeClr val="tx1"/>
                </a:solidFill>
                <a:latin typeface="+mj-lt"/>
                <a:ea typeface="Roboto Black" panose="02000000000000000000" pitchFamily="2" charset="0"/>
                <a:cs typeface="Arial" panose="020B0604020202020204" pitchFamily="34" charset="0"/>
              </a:defRPr>
            </a:lvl1pPr>
          </a:lstStyle>
          <a:p>
            <a:r>
              <a:rPr lang="en-US"/>
              <a:t>Section Header</a:t>
            </a:r>
          </a:p>
        </p:txBody>
      </p:sp>
      <p:cxnSp>
        <p:nvCxnSpPr>
          <p:cNvPr id="8" name="Straight Connector 7">
            <a:extLst>
              <a:ext uri="{FF2B5EF4-FFF2-40B4-BE49-F238E27FC236}">
                <a16:creationId xmlns:a16="http://schemas.microsoft.com/office/drawing/2014/main" id="{C4E1A789-3A04-9240-BCEC-3DACF2B52870}"/>
              </a:ext>
            </a:extLst>
          </p:cNvPr>
          <p:cNvCxnSpPr>
            <a:cxnSpLocks/>
          </p:cNvCxnSpPr>
          <p:nvPr userDrawn="1"/>
        </p:nvCxnSpPr>
        <p:spPr>
          <a:xfrm>
            <a:off x="974126" y="2578471"/>
            <a:ext cx="768531"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Subtitle 2">
            <a:extLst>
              <a:ext uri="{FF2B5EF4-FFF2-40B4-BE49-F238E27FC236}">
                <a16:creationId xmlns:a16="http://schemas.microsoft.com/office/drawing/2014/main" id="{7055E247-542B-D541-8F36-DBA97343BC92}"/>
              </a:ext>
            </a:extLst>
          </p:cNvPr>
          <p:cNvSpPr>
            <a:spLocks noGrp="1"/>
          </p:cNvSpPr>
          <p:nvPr>
            <p:ph type="subTitle" idx="1" hasCustomPrompt="1"/>
          </p:nvPr>
        </p:nvSpPr>
        <p:spPr>
          <a:xfrm>
            <a:off x="952500" y="3791876"/>
            <a:ext cx="10286999" cy="407460"/>
          </a:xfrm>
        </p:spPr>
        <p:txBody>
          <a:bodyPr lIns="0" tIns="0" rIns="0" bIns="0"/>
          <a:lstStyle>
            <a:lvl1pPr marL="0" indent="0" algn="l">
              <a:buNone/>
              <a:defRPr sz="2400" b="0">
                <a:solidFill>
                  <a:schemeClr val="tx1"/>
                </a:solidFill>
                <a:latin typeface="Roboto" panose="02000000000000000000" pitchFamily="2" charset="0"/>
                <a:ea typeface="Roboto"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Section Subtitle</a:t>
            </a:r>
          </a:p>
        </p:txBody>
      </p:sp>
      <p:sp>
        <p:nvSpPr>
          <p:cNvPr id="3" name="Slide Number Placeholder 2">
            <a:extLst>
              <a:ext uri="{FF2B5EF4-FFF2-40B4-BE49-F238E27FC236}">
                <a16:creationId xmlns:a16="http://schemas.microsoft.com/office/drawing/2014/main" id="{288E68DF-CD6D-A951-12EF-C2EDB59174C7}"/>
              </a:ext>
            </a:extLst>
          </p:cNvPr>
          <p:cNvSpPr>
            <a:spLocks noGrp="1"/>
          </p:cNvSpPr>
          <p:nvPr>
            <p:ph type="sldNum" sz="quarter" idx="10"/>
          </p:nvPr>
        </p:nvSpPr>
        <p:spPr/>
        <p:txBody>
          <a:bodyPr/>
          <a:lstStyle/>
          <a:p>
            <a:fld id="{C6684DFB-8BCD-4B6F-9AA1-83F3BA61DF41}" type="slidenum">
              <a:rPr lang="en-US" smtClean="0"/>
              <a:pPr/>
              <a:t>‹#›</a:t>
            </a:fld>
            <a:endParaRPr lang="en-US"/>
          </a:p>
        </p:txBody>
      </p:sp>
    </p:spTree>
    <p:extLst>
      <p:ext uri="{BB962C8B-B14F-4D97-AF65-F5344CB8AC3E}">
        <p14:creationId xmlns:p14="http://schemas.microsoft.com/office/powerpoint/2010/main" val="27212720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600" userDrawn="1">
          <p15:clr>
            <a:srgbClr val="FBAE40"/>
          </p15:clr>
        </p15:guide>
        <p15:guide id="4" pos="70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Slide – Solid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AE84-700B-054E-8730-2262E5327E60}"/>
              </a:ext>
            </a:extLst>
          </p:cNvPr>
          <p:cNvSpPr>
            <a:spLocks noGrp="1"/>
          </p:cNvSpPr>
          <p:nvPr>
            <p:ph type="ctrTitle" hasCustomPrompt="1"/>
          </p:nvPr>
        </p:nvSpPr>
        <p:spPr>
          <a:xfrm>
            <a:off x="952500" y="2805221"/>
            <a:ext cx="10286999" cy="759907"/>
          </a:xfrm>
        </p:spPr>
        <p:txBody>
          <a:bodyPr lIns="0" tIns="0" rIns="0" bIns="0" anchor="t" anchorCtr="0">
            <a:normAutofit/>
          </a:bodyPr>
          <a:lstStyle>
            <a:lvl1pPr algn="l">
              <a:defRPr sz="6000" b="1">
                <a:solidFill>
                  <a:schemeClr val="bg1"/>
                </a:solidFill>
                <a:latin typeface="+mj-lt"/>
                <a:ea typeface="Roboto Black" panose="02000000000000000000" pitchFamily="2" charset="0"/>
                <a:cs typeface="Arial" panose="020B0604020202020204" pitchFamily="34" charset="0"/>
              </a:defRPr>
            </a:lvl1pPr>
          </a:lstStyle>
          <a:p>
            <a:r>
              <a:rPr lang="en-US" noProof="0"/>
              <a:t>Section Header</a:t>
            </a:r>
          </a:p>
        </p:txBody>
      </p:sp>
      <p:cxnSp>
        <p:nvCxnSpPr>
          <p:cNvPr id="8" name="Straight Connector 7">
            <a:extLst>
              <a:ext uri="{FF2B5EF4-FFF2-40B4-BE49-F238E27FC236}">
                <a16:creationId xmlns:a16="http://schemas.microsoft.com/office/drawing/2014/main" id="{C4E1A789-3A04-9240-BCEC-3DACF2B52870}"/>
              </a:ext>
            </a:extLst>
          </p:cNvPr>
          <p:cNvCxnSpPr>
            <a:cxnSpLocks/>
          </p:cNvCxnSpPr>
          <p:nvPr userDrawn="1"/>
        </p:nvCxnSpPr>
        <p:spPr>
          <a:xfrm>
            <a:off x="974126" y="2578471"/>
            <a:ext cx="768531" cy="0"/>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Subtitle 2">
            <a:extLst>
              <a:ext uri="{FF2B5EF4-FFF2-40B4-BE49-F238E27FC236}">
                <a16:creationId xmlns:a16="http://schemas.microsoft.com/office/drawing/2014/main" id="{8FB54BE8-0526-614C-A06E-8C6258999B24}"/>
              </a:ext>
            </a:extLst>
          </p:cNvPr>
          <p:cNvSpPr>
            <a:spLocks noGrp="1"/>
          </p:cNvSpPr>
          <p:nvPr>
            <p:ph type="subTitle" idx="1" hasCustomPrompt="1"/>
          </p:nvPr>
        </p:nvSpPr>
        <p:spPr>
          <a:xfrm>
            <a:off x="952500" y="3791876"/>
            <a:ext cx="10286999" cy="407460"/>
          </a:xfrm>
        </p:spPr>
        <p:txBody>
          <a:bodyPr lIns="0" tIns="0" rIns="0" bIns="0"/>
          <a:lstStyle>
            <a:lvl1pPr marL="0" indent="0" algn="l">
              <a:buNone/>
              <a:defRPr sz="2400" b="0">
                <a:solidFill>
                  <a:schemeClr val="accent1"/>
                </a:solidFill>
                <a:latin typeface="Roboto" panose="02000000000000000000" pitchFamily="2" charset="0"/>
                <a:ea typeface="Roboto"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Section Subtitle</a:t>
            </a:r>
          </a:p>
        </p:txBody>
      </p:sp>
      <p:sp>
        <p:nvSpPr>
          <p:cNvPr id="3" name="Slide Number Placeholder 2">
            <a:extLst>
              <a:ext uri="{FF2B5EF4-FFF2-40B4-BE49-F238E27FC236}">
                <a16:creationId xmlns:a16="http://schemas.microsoft.com/office/drawing/2014/main" id="{EB3DB1A8-F3AB-2B22-9BF2-99C42B89CE78}"/>
              </a:ext>
            </a:extLst>
          </p:cNvPr>
          <p:cNvSpPr>
            <a:spLocks noGrp="1"/>
          </p:cNvSpPr>
          <p:nvPr>
            <p:ph type="sldNum" sz="quarter" idx="10"/>
          </p:nvPr>
        </p:nvSpPr>
        <p:spPr/>
        <p:txBody>
          <a:bodyPr/>
          <a:lstStyle/>
          <a:p>
            <a:fld id="{C6684DFB-8BCD-4B6F-9AA1-83F3BA61DF41}" type="slidenum">
              <a:rPr lang="en-US" smtClean="0"/>
              <a:pPr/>
              <a:t>‹#›</a:t>
            </a:fld>
            <a:endParaRPr lang="en-US"/>
          </a:p>
        </p:txBody>
      </p:sp>
    </p:spTree>
    <p:extLst>
      <p:ext uri="{BB962C8B-B14F-4D97-AF65-F5344CB8AC3E}">
        <p14:creationId xmlns:p14="http://schemas.microsoft.com/office/powerpoint/2010/main" val="5092828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600">
          <p15:clr>
            <a:srgbClr val="FBAE40"/>
          </p15:clr>
        </p15:guide>
        <p15:guide id="4" pos="70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Slide – Photo">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2C17923A-4119-CF48-9F2D-05B0A69EBAD5}"/>
              </a:ext>
            </a:extLst>
          </p:cNvPr>
          <p:cNvSpPr>
            <a:spLocks noGrp="1"/>
          </p:cNvSpPr>
          <p:nvPr>
            <p:ph type="pic" sz="quarter" idx="11"/>
          </p:nvPr>
        </p:nvSpPr>
        <p:spPr>
          <a:xfrm>
            <a:off x="0" y="0"/>
            <a:ext cx="12192000" cy="6858000"/>
          </a:xfrm>
        </p:spPr>
        <p:txBody>
          <a:bodyPr anchor="ctr" anchorCtr="0"/>
          <a:lstStyle>
            <a:lvl1pPr marL="0" indent="0" algn="ctr">
              <a:buNone/>
              <a:defRPr>
                <a:solidFill>
                  <a:schemeClr val="accent3"/>
                </a:solidFill>
              </a:defRPr>
            </a:lvl1pPr>
          </a:lstStyle>
          <a:p>
            <a:r>
              <a:rPr lang="en-US"/>
              <a:t>Click icon to add picture</a:t>
            </a:r>
          </a:p>
        </p:txBody>
      </p:sp>
      <p:sp>
        <p:nvSpPr>
          <p:cNvPr id="2" name="Title 1">
            <a:extLst>
              <a:ext uri="{FF2B5EF4-FFF2-40B4-BE49-F238E27FC236}">
                <a16:creationId xmlns:a16="http://schemas.microsoft.com/office/drawing/2014/main" id="{D8224488-0ADE-1843-91C1-1CA371373F2D}"/>
              </a:ext>
            </a:extLst>
          </p:cNvPr>
          <p:cNvSpPr>
            <a:spLocks noGrp="1"/>
          </p:cNvSpPr>
          <p:nvPr>
            <p:ph type="title" hasCustomPrompt="1"/>
          </p:nvPr>
        </p:nvSpPr>
        <p:spPr>
          <a:xfrm>
            <a:off x="1027661" y="2215171"/>
            <a:ext cx="4368798" cy="646331"/>
          </a:xfrm>
          <a:solidFill>
            <a:schemeClr val="accent1"/>
          </a:solidFill>
        </p:spPr>
        <p:txBody>
          <a:bodyPr wrap="square" lIns="91440" tIns="91440" bIns="0">
            <a:spAutoFit/>
          </a:bodyPr>
          <a:lstStyle/>
          <a:p>
            <a:r>
              <a:rPr lang="en-US"/>
              <a:t>SECTION HEADER</a:t>
            </a:r>
          </a:p>
        </p:txBody>
      </p:sp>
      <p:sp>
        <p:nvSpPr>
          <p:cNvPr id="3" name="Slide Number Placeholder 2">
            <a:extLst>
              <a:ext uri="{FF2B5EF4-FFF2-40B4-BE49-F238E27FC236}">
                <a16:creationId xmlns:a16="http://schemas.microsoft.com/office/drawing/2014/main" id="{46F3B462-4517-FB3A-2DBB-733BF997B535}"/>
              </a:ext>
            </a:extLst>
          </p:cNvPr>
          <p:cNvSpPr>
            <a:spLocks noGrp="1"/>
          </p:cNvSpPr>
          <p:nvPr>
            <p:ph type="sldNum" sz="quarter" idx="12"/>
          </p:nvPr>
        </p:nvSpPr>
        <p:spPr/>
        <p:txBody>
          <a:bodyPr/>
          <a:lstStyle/>
          <a:p>
            <a:fld id="{C6684DFB-8BCD-4B6F-9AA1-83F3BA61DF41}" type="slidenum">
              <a:rPr lang="en-US" smtClean="0"/>
              <a:pPr/>
              <a:t>‹#›</a:t>
            </a:fld>
            <a:endParaRPr lang="en-US"/>
          </a:p>
        </p:txBody>
      </p:sp>
    </p:spTree>
    <p:extLst>
      <p:ext uri="{BB962C8B-B14F-4D97-AF65-F5344CB8AC3E}">
        <p14:creationId xmlns:p14="http://schemas.microsoft.com/office/powerpoint/2010/main" val="2388073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C070F21D-F194-034E-812B-69D1C6CDD0DE}"/>
              </a:ext>
            </a:extLst>
          </p:cNvPr>
          <p:cNvSpPr>
            <a:spLocks noGrp="1"/>
          </p:cNvSpPr>
          <p:nvPr>
            <p:ph type="title"/>
          </p:nvPr>
        </p:nvSpPr>
        <p:spPr>
          <a:xfrm>
            <a:off x="952499" y="526777"/>
            <a:ext cx="10287001" cy="869089"/>
          </a:xfrm>
        </p:spPr>
        <p:txBody>
          <a:bodyPr lIns="0" tIns="0" rIns="0" bIns="0"/>
          <a:lstStyle>
            <a:lvl1pPr>
              <a:defRPr>
                <a:latin typeface="Roboto" panose="02000000000000000000" pitchFamily="2" charset="0"/>
                <a:ea typeface="Roboto" panose="02000000000000000000" pitchFamily="2" charset="0"/>
              </a:defRPr>
            </a:lvl1pPr>
          </a:lstStyle>
          <a:p>
            <a:r>
              <a:rPr lang="en-US"/>
              <a:t>Click to edit Master title style</a:t>
            </a:r>
          </a:p>
        </p:txBody>
      </p:sp>
      <p:cxnSp>
        <p:nvCxnSpPr>
          <p:cNvPr id="24" name="Straight Connector 23">
            <a:extLst>
              <a:ext uri="{FF2B5EF4-FFF2-40B4-BE49-F238E27FC236}">
                <a16:creationId xmlns:a16="http://schemas.microsoft.com/office/drawing/2014/main" id="{9BA13FBC-A4AA-9B4F-8E9B-12CD6600150E}"/>
              </a:ext>
            </a:extLst>
          </p:cNvPr>
          <p:cNvCxnSpPr>
            <a:cxnSpLocks/>
          </p:cNvCxnSpPr>
          <p:nvPr userDrawn="1"/>
        </p:nvCxnSpPr>
        <p:spPr>
          <a:xfrm>
            <a:off x="952498"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722C1D3A-9762-7F4D-AB5C-A3F0114B67B2}"/>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16" name="Picture 15" descr="The University of Iowa">
            <a:extLst>
              <a:ext uri="{FF2B5EF4-FFF2-40B4-BE49-F238E27FC236}">
                <a16:creationId xmlns:a16="http://schemas.microsoft.com/office/drawing/2014/main" id="{7148CCDA-64E4-6A4E-A6A7-D2AB55159A1A}"/>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15" name="Footer Placeholder 4">
            <a:extLst>
              <a:ext uri="{FF2B5EF4-FFF2-40B4-BE49-F238E27FC236}">
                <a16:creationId xmlns:a16="http://schemas.microsoft.com/office/drawing/2014/main" id="{EFAE079D-23CF-2543-B543-90A5EB0D2C26}"/>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0">
                <a:solidFill>
                  <a:schemeClr val="bg1"/>
                </a:solidFill>
              </a:defRPr>
            </a:lvl1pPr>
          </a:lstStyle>
          <a:p>
            <a:r>
              <a:rPr lang="en-US"/>
              <a:t>Insert-&gt;Header and Footer-&gt;Type Customizable Name</a:t>
            </a:r>
            <a:endParaRPr lang="en-US" b="0"/>
          </a:p>
        </p:txBody>
      </p:sp>
      <p:sp>
        <p:nvSpPr>
          <p:cNvPr id="2" name="Slide Number Placeholder 1">
            <a:extLst>
              <a:ext uri="{FF2B5EF4-FFF2-40B4-BE49-F238E27FC236}">
                <a16:creationId xmlns:a16="http://schemas.microsoft.com/office/drawing/2014/main" id="{6C1AE5E7-F95C-862E-7E40-048B067529C1}"/>
              </a:ext>
            </a:extLst>
          </p:cNvPr>
          <p:cNvSpPr>
            <a:spLocks noGrp="1"/>
          </p:cNvSpPr>
          <p:nvPr>
            <p:ph type="sldNum" sz="quarter" idx="10"/>
          </p:nvPr>
        </p:nvSpPr>
        <p:spPr/>
        <p:txBody>
          <a:bodyPr/>
          <a:lstStyle/>
          <a:p>
            <a:fld id="{C6684DFB-8BCD-4B6F-9AA1-83F3BA61DF41}" type="slidenum">
              <a:rPr lang="en-US" smtClean="0"/>
              <a:pPr/>
              <a:t>‹#›</a:t>
            </a:fld>
            <a:endParaRPr lang="en-US"/>
          </a:p>
        </p:txBody>
      </p:sp>
    </p:spTree>
    <p:extLst>
      <p:ext uri="{BB962C8B-B14F-4D97-AF65-F5344CB8AC3E}">
        <p14:creationId xmlns:p14="http://schemas.microsoft.com/office/powerpoint/2010/main" val="177833841"/>
      </p:ext>
    </p:extLst>
  </p:cSld>
  <p:clrMapOvr>
    <a:masterClrMapping/>
  </p:clrMapOvr>
  <p:extLst>
    <p:ext uri="{DCECCB84-F9BA-43D5-87BE-67443E8EF086}">
      <p15:sldGuideLst xmlns:p15="http://schemas.microsoft.com/office/powerpoint/2012/main">
        <p15:guide id="1" orient="horz" pos="696">
          <p15:clr>
            <a:srgbClr val="FBAE40"/>
          </p15:clr>
        </p15:guide>
        <p15:guide id="2" pos="600">
          <p15:clr>
            <a:srgbClr val="FBAE40"/>
          </p15:clr>
        </p15:guide>
        <p15:guide id="3" pos="7080">
          <p15:clr>
            <a:srgbClr val="FBAE40"/>
          </p15:clr>
        </p15:guide>
        <p15:guide id="4" pos="3840">
          <p15:clr>
            <a:srgbClr val="FBAE40"/>
          </p15:clr>
        </p15:guide>
        <p15:guide id="5" orient="horz" pos="1056">
          <p15:clr>
            <a:srgbClr val="FBAE40"/>
          </p15:clr>
        </p15:guide>
        <p15:guide id="7" orient="horz" pos="2400" userDrawn="1">
          <p15:clr>
            <a:srgbClr val="FBAE40"/>
          </p15:clr>
        </p15:guide>
        <p15:guide id="8" orient="horz" pos="374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ullet Slide">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BE68DE55-0579-EC46-BD52-181870AFB63C}"/>
              </a:ext>
            </a:extLst>
          </p:cNvPr>
          <p:cNvSpPr>
            <a:spLocks noGrp="1"/>
          </p:cNvSpPr>
          <p:nvPr>
            <p:ph type="title"/>
          </p:nvPr>
        </p:nvSpPr>
        <p:spPr>
          <a:xfrm>
            <a:off x="952499" y="526777"/>
            <a:ext cx="10287001" cy="869089"/>
          </a:xfrm>
        </p:spPr>
        <p:txBody>
          <a:bodyPr lIns="0" tIns="0" rIns="0" bIns="0"/>
          <a:lstStyle>
            <a:lvl1pPr>
              <a:defRPr>
                <a:latin typeface="Roboto" panose="02000000000000000000" pitchFamily="2" charset="0"/>
                <a:ea typeface="Roboto" panose="02000000000000000000" pitchFamily="2" charset="0"/>
              </a:defRPr>
            </a:lvl1pPr>
          </a:lstStyle>
          <a:p>
            <a:r>
              <a:rPr lang="en-US"/>
              <a:t>Click to edit Master title style</a:t>
            </a:r>
          </a:p>
        </p:txBody>
      </p:sp>
      <p:cxnSp>
        <p:nvCxnSpPr>
          <p:cNvPr id="20" name="Straight Connector 19">
            <a:extLst>
              <a:ext uri="{FF2B5EF4-FFF2-40B4-BE49-F238E27FC236}">
                <a16:creationId xmlns:a16="http://schemas.microsoft.com/office/drawing/2014/main" id="{88200BB2-D6D1-6642-8F66-9B4F37EC8187}"/>
              </a:ext>
            </a:extLst>
          </p:cNvPr>
          <p:cNvCxnSpPr>
            <a:cxnSpLocks/>
          </p:cNvCxnSpPr>
          <p:nvPr userDrawn="1"/>
        </p:nvCxnSpPr>
        <p:spPr>
          <a:xfrm>
            <a:off x="952498"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21" name="Content Placeholder 2">
            <a:extLst>
              <a:ext uri="{FF2B5EF4-FFF2-40B4-BE49-F238E27FC236}">
                <a16:creationId xmlns:a16="http://schemas.microsoft.com/office/drawing/2014/main" id="{F35C2BC9-7AF3-6D49-8036-36D81872E84B}"/>
              </a:ext>
            </a:extLst>
          </p:cNvPr>
          <p:cNvSpPr>
            <a:spLocks noGrp="1"/>
          </p:cNvSpPr>
          <p:nvPr>
            <p:ph idx="10"/>
          </p:nvPr>
        </p:nvSpPr>
        <p:spPr>
          <a:xfrm>
            <a:off x="952498" y="1686757"/>
            <a:ext cx="10251527" cy="4256843"/>
          </a:xfrm>
        </p:spPr>
        <p:txBody>
          <a:bodyPr lIns="0" tIns="0" rIns="0" bIns="0"/>
          <a:lstStyle>
            <a:lvl1pPr marL="228600" indent="-228600">
              <a:buClr>
                <a:schemeClr val="tx2"/>
              </a:buClr>
              <a:buSzPct val="95000"/>
              <a:buFont typeface="Arial" panose="020B0604020202020204" pitchFamily="34" charset="0"/>
              <a:buChar char="•"/>
              <a:defRPr>
                <a:latin typeface="Roboto" panose="02000000000000000000" pitchFamily="2" charset="0"/>
                <a:ea typeface="Roboto" panose="02000000000000000000" pitchFamily="2" charset="0"/>
              </a:defRPr>
            </a:lvl1pPr>
            <a:lvl2pPr marL="685800" indent="-228600">
              <a:buClr>
                <a:schemeClr val="tx2"/>
              </a:buClr>
              <a:buSzPct val="100000"/>
              <a:buFont typeface="Arial" panose="020B0604020202020204" pitchFamily="34" charset="0"/>
              <a:buChar char="‒"/>
              <a:defRPr>
                <a:latin typeface="Roboto" panose="02000000000000000000" pitchFamily="2" charset="0"/>
                <a:ea typeface="Roboto" panose="02000000000000000000" pitchFamily="2" charset="0"/>
              </a:defRPr>
            </a:lvl2pPr>
            <a:lvl3pPr marL="1143000" indent="-228600">
              <a:buClr>
                <a:schemeClr val="tx2"/>
              </a:buClr>
              <a:buSzPct val="100000"/>
              <a:buFont typeface="Roboto" panose="02000000000000000000" pitchFamily="2" charset="0"/>
              <a:buChar char="•"/>
              <a:defRPr>
                <a:latin typeface="Roboto" panose="02000000000000000000" pitchFamily="2" charset="0"/>
                <a:ea typeface="Roboto" panose="02000000000000000000" pitchFamily="2" charset="0"/>
              </a:defRPr>
            </a:lvl3pPr>
            <a:lvl4pPr marL="1600200" indent="-228600">
              <a:buClr>
                <a:schemeClr val="tx2"/>
              </a:buClr>
              <a:buSzPct val="100000"/>
              <a:buFont typeface="Roboto" panose="02000000000000000000" pitchFamily="2" charset="0"/>
              <a:buChar char="―"/>
              <a:defRPr>
                <a:latin typeface="Roboto" panose="02000000000000000000" pitchFamily="2" charset="0"/>
                <a:ea typeface="Roboto" panose="02000000000000000000" pitchFamily="2" charset="0"/>
              </a:defRPr>
            </a:lvl4pPr>
            <a:lvl5pPr marL="2057400" indent="-228600">
              <a:buClr>
                <a:schemeClr val="tx2"/>
              </a:buClr>
              <a:buSzPct val="100000"/>
              <a:buFont typeface="Arial" panose="020B0604020202020204" pitchFamily="34" charset="0"/>
              <a:buChar char="•"/>
              <a:defRPr>
                <a:latin typeface="Roboto" panose="02000000000000000000" pitchFamily="2" charset="0"/>
                <a:ea typeface="Roboto" panose="020000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Rectangle 10">
            <a:extLst>
              <a:ext uri="{FF2B5EF4-FFF2-40B4-BE49-F238E27FC236}">
                <a16:creationId xmlns:a16="http://schemas.microsoft.com/office/drawing/2014/main" id="{80937044-371D-C149-9F72-3D8FBA4605CF}"/>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14" name="Picture 13" descr="The University of Iowa">
            <a:extLst>
              <a:ext uri="{FF2B5EF4-FFF2-40B4-BE49-F238E27FC236}">
                <a16:creationId xmlns:a16="http://schemas.microsoft.com/office/drawing/2014/main" id="{DC5F3A3D-928C-F445-ACB3-2C38F21F6DAC}"/>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13" name="Footer Placeholder 4">
            <a:extLst>
              <a:ext uri="{FF2B5EF4-FFF2-40B4-BE49-F238E27FC236}">
                <a16:creationId xmlns:a16="http://schemas.microsoft.com/office/drawing/2014/main" id="{52F140A7-DF6E-3245-BC22-1F0E9CFEE8E1}"/>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0">
                <a:solidFill>
                  <a:schemeClr val="bg1"/>
                </a:solidFill>
              </a:defRPr>
            </a:lvl1pPr>
          </a:lstStyle>
          <a:p>
            <a:r>
              <a:rPr lang="en-US"/>
              <a:t>Insert-&gt;Header and Footer-&gt;Type Customizable Name</a:t>
            </a:r>
            <a:endParaRPr lang="en-US" b="0"/>
          </a:p>
        </p:txBody>
      </p:sp>
      <p:sp>
        <p:nvSpPr>
          <p:cNvPr id="2" name="Slide Number Placeholder 1">
            <a:extLst>
              <a:ext uri="{FF2B5EF4-FFF2-40B4-BE49-F238E27FC236}">
                <a16:creationId xmlns:a16="http://schemas.microsoft.com/office/drawing/2014/main" id="{1EDDAD99-4BCE-9D39-BA82-E284BE9177AF}"/>
              </a:ext>
            </a:extLst>
          </p:cNvPr>
          <p:cNvSpPr>
            <a:spLocks noGrp="1"/>
          </p:cNvSpPr>
          <p:nvPr>
            <p:ph type="sldNum" sz="quarter" idx="11"/>
          </p:nvPr>
        </p:nvSpPr>
        <p:spPr/>
        <p:txBody>
          <a:bodyPr/>
          <a:lstStyle/>
          <a:p>
            <a:fld id="{C6684DFB-8BCD-4B6F-9AA1-83F3BA61DF41}" type="slidenum">
              <a:rPr lang="en-US" smtClean="0"/>
              <a:pPr/>
              <a:t>‹#›</a:t>
            </a:fld>
            <a:endParaRPr lang="en-US"/>
          </a:p>
        </p:txBody>
      </p:sp>
    </p:spTree>
    <p:extLst>
      <p:ext uri="{BB962C8B-B14F-4D97-AF65-F5344CB8AC3E}">
        <p14:creationId xmlns:p14="http://schemas.microsoft.com/office/powerpoint/2010/main" val="691165391"/>
      </p:ext>
    </p:extLst>
  </p:cSld>
  <p:clrMapOvr>
    <a:masterClrMapping/>
  </p:clrMapOvr>
  <p:extLst>
    <p:ext uri="{DCECCB84-F9BA-43D5-87BE-67443E8EF086}">
      <p15:sldGuideLst xmlns:p15="http://schemas.microsoft.com/office/powerpoint/2012/main">
        <p15:guide id="1" orient="horz" pos="696" userDrawn="1">
          <p15:clr>
            <a:srgbClr val="FBAE40"/>
          </p15:clr>
        </p15:guide>
        <p15:guide id="2" pos="600" userDrawn="1">
          <p15:clr>
            <a:srgbClr val="FBAE40"/>
          </p15:clr>
        </p15:guide>
        <p15:guide id="3" pos="7080" userDrawn="1">
          <p15:clr>
            <a:srgbClr val="FBAE40"/>
          </p15:clr>
        </p15:guide>
        <p15:guide id="4" pos="3840" userDrawn="1">
          <p15:clr>
            <a:srgbClr val="FBAE40"/>
          </p15:clr>
        </p15:guide>
        <p15:guide id="5" orient="horz" pos="1056" userDrawn="1">
          <p15:clr>
            <a:srgbClr val="FBAE40"/>
          </p15:clr>
        </p15:guide>
        <p15:guide id="7" orient="horz" pos="3744" userDrawn="1">
          <p15:clr>
            <a:srgbClr val="FBAE40"/>
          </p15:clr>
        </p15:guide>
        <p15:guide id="8" orient="horz" pos="240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Bullet Slide - 2 Lin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AAEF4-B950-814D-A811-CD17BDDF049C}"/>
              </a:ext>
            </a:extLst>
          </p:cNvPr>
          <p:cNvSpPr>
            <a:spLocks noGrp="1"/>
          </p:cNvSpPr>
          <p:nvPr>
            <p:ph type="title" hasCustomPrompt="1"/>
          </p:nvPr>
        </p:nvSpPr>
        <p:spPr>
          <a:xfrm>
            <a:off x="952500" y="389509"/>
            <a:ext cx="10287000" cy="1331865"/>
          </a:xfrm>
        </p:spPr>
        <p:txBody>
          <a:bodyPr lIns="0" tIns="0" rIns="0" bIns="0"/>
          <a:lstStyle>
            <a:lvl1pPr>
              <a:defRPr>
                <a:latin typeface="Roboto" panose="02000000000000000000" pitchFamily="2" charset="0"/>
                <a:ea typeface="Roboto" panose="02000000000000000000" pitchFamily="2" charset="0"/>
              </a:defRPr>
            </a:lvl1pPr>
          </a:lstStyle>
          <a:p>
            <a:r>
              <a:rPr lang="en-US"/>
              <a:t>Click to edit Master title style </a:t>
            </a:r>
            <a:br>
              <a:rPr lang="en-US"/>
            </a:br>
            <a:r>
              <a:rPr lang="en-US"/>
              <a:t>that runs to two lines</a:t>
            </a:r>
          </a:p>
        </p:txBody>
      </p:sp>
      <p:cxnSp>
        <p:nvCxnSpPr>
          <p:cNvPr id="8" name="Straight Connector 7">
            <a:extLst>
              <a:ext uri="{FF2B5EF4-FFF2-40B4-BE49-F238E27FC236}">
                <a16:creationId xmlns:a16="http://schemas.microsoft.com/office/drawing/2014/main" id="{CBB5BDD8-8221-F040-8AE0-3F33C4E24CA0}"/>
              </a:ext>
            </a:extLst>
          </p:cNvPr>
          <p:cNvCxnSpPr>
            <a:cxnSpLocks/>
          </p:cNvCxnSpPr>
          <p:nvPr userDrawn="1"/>
        </p:nvCxnSpPr>
        <p:spPr>
          <a:xfrm>
            <a:off x="952500" y="17340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ACD2525-98F9-924C-B8E5-083B38E28238}"/>
              </a:ext>
            </a:extLst>
          </p:cNvPr>
          <p:cNvSpPr>
            <a:spLocks noGrp="1"/>
          </p:cNvSpPr>
          <p:nvPr>
            <p:ph idx="1"/>
          </p:nvPr>
        </p:nvSpPr>
        <p:spPr>
          <a:xfrm>
            <a:off x="952500" y="2050741"/>
            <a:ext cx="10287000" cy="3892859"/>
          </a:xfrm>
        </p:spPr>
        <p:txBody>
          <a:bodyPr lIns="0" tIns="0" rIns="0" bIns="0"/>
          <a:lstStyle>
            <a:lvl1pPr marL="228600" indent="-228600">
              <a:buClr>
                <a:schemeClr val="tx2"/>
              </a:buClr>
              <a:buSzPct val="95000"/>
              <a:buFont typeface="Arial" panose="020B0604020202020204" pitchFamily="34" charset="0"/>
              <a:buChar char="•"/>
              <a:defRPr>
                <a:latin typeface="Roboto" panose="02000000000000000000" pitchFamily="2" charset="0"/>
                <a:ea typeface="Roboto" panose="02000000000000000000" pitchFamily="2" charset="0"/>
              </a:defRPr>
            </a:lvl1pPr>
            <a:lvl2pPr marL="685800" indent="-228600">
              <a:buClr>
                <a:schemeClr val="tx2"/>
              </a:buClr>
              <a:buSzPct val="100000"/>
              <a:buFont typeface="Roboto" panose="02000000000000000000" pitchFamily="2" charset="0"/>
              <a:buChar char="–"/>
              <a:defRPr>
                <a:latin typeface="Roboto" panose="02000000000000000000" pitchFamily="2" charset="0"/>
                <a:ea typeface="Roboto" panose="02000000000000000000" pitchFamily="2" charset="0"/>
              </a:defRPr>
            </a:lvl2pPr>
            <a:lvl3pPr marL="1143000" indent="-228600">
              <a:buClr>
                <a:schemeClr val="tx2"/>
              </a:buClr>
              <a:buSzPct val="100000"/>
              <a:buFont typeface="Arial" panose="020B0604020202020204" pitchFamily="34" charset="0"/>
              <a:buChar char="•"/>
              <a:defRPr>
                <a:latin typeface="Roboto" panose="02000000000000000000" pitchFamily="2" charset="0"/>
                <a:ea typeface="Roboto" panose="02000000000000000000" pitchFamily="2" charset="0"/>
              </a:defRPr>
            </a:lvl3pPr>
            <a:lvl4pPr marL="1600200" indent="-228600">
              <a:buClr>
                <a:schemeClr val="tx2"/>
              </a:buClr>
              <a:buSzPct val="100000"/>
              <a:buFont typeface="Arial" panose="020B0604020202020204" pitchFamily="34" charset="0"/>
              <a:buChar char="‒"/>
              <a:defRPr>
                <a:latin typeface="Roboto" panose="02000000000000000000" pitchFamily="2" charset="0"/>
                <a:ea typeface="Roboto" panose="02000000000000000000" pitchFamily="2" charset="0"/>
              </a:defRPr>
            </a:lvl4pPr>
            <a:lvl5pPr marL="2057400" indent="-228600">
              <a:buClr>
                <a:schemeClr val="tx2"/>
              </a:buClr>
              <a:buSzPct val="100000"/>
              <a:buFont typeface="Arial" panose="020B0604020202020204" pitchFamily="34" charset="0"/>
              <a:buChar char="•"/>
              <a:defRPr>
                <a:latin typeface="Roboto" panose="02000000000000000000" pitchFamily="2" charset="0"/>
                <a:ea typeface="Roboto" panose="020000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Rectangle 10">
            <a:extLst>
              <a:ext uri="{FF2B5EF4-FFF2-40B4-BE49-F238E27FC236}">
                <a16:creationId xmlns:a16="http://schemas.microsoft.com/office/drawing/2014/main" id="{7995AAAF-3BA6-4445-BF32-091644479611}"/>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14" name="Picture 13" descr="The University of Iowa">
            <a:extLst>
              <a:ext uri="{FF2B5EF4-FFF2-40B4-BE49-F238E27FC236}">
                <a16:creationId xmlns:a16="http://schemas.microsoft.com/office/drawing/2014/main" id="{0AA5F87C-9826-7441-9CF2-6F364BF7D9CA}"/>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13" name="Footer Placeholder 4">
            <a:extLst>
              <a:ext uri="{FF2B5EF4-FFF2-40B4-BE49-F238E27FC236}">
                <a16:creationId xmlns:a16="http://schemas.microsoft.com/office/drawing/2014/main" id="{8678EF36-A6E8-DB4E-8C3A-B3624ECEE498}"/>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0">
                <a:solidFill>
                  <a:schemeClr val="bg1"/>
                </a:solidFill>
              </a:defRPr>
            </a:lvl1pPr>
          </a:lstStyle>
          <a:p>
            <a:r>
              <a:rPr lang="en-US"/>
              <a:t>Insert-&gt;Header and Footer-&gt;Type Customizable Name</a:t>
            </a:r>
            <a:endParaRPr lang="en-US" b="0"/>
          </a:p>
        </p:txBody>
      </p:sp>
      <p:sp>
        <p:nvSpPr>
          <p:cNvPr id="4" name="Slide Number Placeholder 3">
            <a:extLst>
              <a:ext uri="{FF2B5EF4-FFF2-40B4-BE49-F238E27FC236}">
                <a16:creationId xmlns:a16="http://schemas.microsoft.com/office/drawing/2014/main" id="{E5984168-1890-42B7-2F95-65F2396EFB20}"/>
              </a:ext>
            </a:extLst>
          </p:cNvPr>
          <p:cNvSpPr>
            <a:spLocks noGrp="1"/>
          </p:cNvSpPr>
          <p:nvPr>
            <p:ph type="sldNum" sz="quarter" idx="10"/>
          </p:nvPr>
        </p:nvSpPr>
        <p:spPr/>
        <p:txBody>
          <a:bodyPr/>
          <a:lstStyle/>
          <a:p>
            <a:fld id="{C6684DFB-8BCD-4B6F-9AA1-83F3BA61DF41}" type="slidenum">
              <a:rPr lang="en-US" smtClean="0"/>
              <a:pPr/>
              <a:t>‹#›</a:t>
            </a:fld>
            <a:endParaRPr lang="en-US"/>
          </a:p>
        </p:txBody>
      </p:sp>
    </p:spTree>
    <p:extLst>
      <p:ext uri="{BB962C8B-B14F-4D97-AF65-F5344CB8AC3E}">
        <p14:creationId xmlns:p14="http://schemas.microsoft.com/office/powerpoint/2010/main" val="2897963369"/>
      </p:ext>
    </p:extLst>
  </p:cSld>
  <p:clrMapOvr>
    <a:masterClrMapping/>
  </p:clrMapOvr>
  <p:extLst>
    <p:ext uri="{DCECCB84-F9BA-43D5-87BE-67443E8EF086}">
      <p15:sldGuideLst xmlns:p15="http://schemas.microsoft.com/office/powerpoint/2012/main">
        <p15:guide id="1" orient="horz" pos="2400" userDrawn="1">
          <p15:clr>
            <a:srgbClr val="FBAE40"/>
          </p15:clr>
        </p15:guide>
        <p15:guide id="2" pos="3840" userDrawn="1">
          <p15:clr>
            <a:srgbClr val="FBAE40"/>
          </p15:clr>
        </p15:guide>
        <p15:guide id="3" pos="600" userDrawn="1">
          <p15:clr>
            <a:srgbClr val="FBAE40"/>
          </p15:clr>
        </p15:guide>
        <p15:guide id="4" pos="7080" userDrawn="1">
          <p15:clr>
            <a:srgbClr val="FBAE40"/>
          </p15:clr>
        </p15:guide>
        <p15:guide id="8" orient="horz" pos="374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Text Layout">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62D2F673-8F81-4982-AA66-35312BF3859C}"/>
              </a:ext>
            </a:extLst>
          </p:cNvPr>
          <p:cNvSpPr>
            <a:spLocks noGrp="1"/>
          </p:cNvSpPr>
          <p:nvPr>
            <p:ph type="title"/>
          </p:nvPr>
        </p:nvSpPr>
        <p:spPr>
          <a:xfrm>
            <a:off x="952499" y="526777"/>
            <a:ext cx="10287001" cy="869089"/>
          </a:xfrm>
        </p:spPr>
        <p:txBody>
          <a:bodyPr lIns="0" tIns="0" rIns="0" bIns="0"/>
          <a:lstStyle>
            <a:lvl1pPr>
              <a:defRPr>
                <a:latin typeface="Roboto" panose="02000000000000000000" pitchFamily="2" charset="0"/>
                <a:ea typeface="Roboto" panose="02000000000000000000" pitchFamily="2"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E7D57D41-E534-4387-8837-F27E5C2408BD}"/>
              </a:ext>
            </a:extLst>
          </p:cNvPr>
          <p:cNvCxnSpPr>
            <a:cxnSpLocks/>
          </p:cNvCxnSpPr>
          <p:nvPr userDrawn="1"/>
        </p:nvCxnSpPr>
        <p:spPr>
          <a:xfrm>
            <a:off x="952498"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952500" y="1686758"/>
            <a:ext cx="4800224" cy="754602"/>
          </a:xfrm>
        </p:spPr>
        <p:txBody>
          <a:bodyPr lIns="0" tIns="0" rIns="0" bIns="0" anchor="b" anchorCtr="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p:ph idx="10" hasCustomPrompt="1"/>
          </p:nvPr>
        </p:nvSpPr>
        <p:spPr>
          <a:xfrm>
            <a:off x="952501" y="2674398"/>
            <a:ext cx="4800219" cy="3279254"/>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text</a:t>
            </a:r>
          </a:p>
        </p:txBody>
      </p:sp>
      <p:sp>
        <p:nvSpPr>
          <p:cNvPr id="19" name="Content Placeholder 2">
            <a:extLst>
              <a:ext uri="{FF2B5EF4-FFF2-40B4-BE49-F238E27FC236}">
                <a16:creationId xmlns:a16="http://schemas.microsoft.com/office/drawing/2014/main" id="{A07502CC-5B90-4BCF-B63B-36D026C9AE96}"/>
              </a:ext>
            </a:extLst>
          </p:cNvPr>
          <p:cNvSpPr>
            <a:spLocks noGrp="1"/>
          </p:cNvSpPr>
          <p:nvPr>
            <p:ph idx="15" hasCustomPrompt="1"/>
          </p:nvPr>
        </p:nvSpPr>
        <p:spPr>
          <a:xfrm>
            <a:off x="6433724" y="1676706"/>
            <a:ext cx="4800224" cy="754602"/>
          </a:xfrm>
        </p:spPr>
        <p:txBody>
          <a:bodyPr lIns="0" tIns="0" rIns="0" bIns="0" anchor="b" anchorCtr="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header</a:t>
            </a:r>
          </a:p>
        </p:txBody>
      </p:sp>
      <p:sp>
        <p:nvSpPr>
          <p:cNvPr id="20" name="Content Placeholder 2">
            <a:extLst>
              <a:ext uri="{FF2B5EF4-FFF2-40B4-BE49-F238E27FC236}">
                <a16:creationId xmlns:a16="http://schemas.microsoft.com/office/drawing/2014/main" id="{F169EF16-BA54-4279-A087-A65E4F26675F}"/>
              </a:ext>
            </a:extLst>
          </p:cNvPr>
          <p:cNvSpPr>
            <a:spLocks noGrp="1"/>
          </p:cNvSpPr>
          <p:nvPr>
            <p:ph idx="16" hasCustomPrompt="1"/>
          </p:nvPr>
        </p:nvSpPr>
        <p:spPr>
          <a:xfrm>
            <a:off x="6433725" y="2664346"/>
            <a:ext cx="4800224" cy="3279254"/>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text</a:t>
            </a:r>
          </a:p>
        </p:txBody>
      </p:sp>
      <p:cxnSp>
        <p:nvCxnSpPr>
          <p:cNvPr id="22" name="Straight Connector 21">
            <a:extLst>
              <a:ext uri="{FF2B5EF4-FFF2-40B4-BE49-F238E27FC236}">
                <a16:creationId xmlns:a16="http://schemas.microsoft.com/office/drawing/2014/main" id="{CEF932C4-F1C3-47F2-84B8-FEC885C1843C}"/>
              </a:ext>
            </a:extLst>
          </p:cNvPr>
          <p:cNvCxnSpPr>
            <a:cxnSpLocks/>
          </p:cNvCxnSpPr>
          <p:nvPr userDrawn="1"/>
        </p:nvCxnSpPr>
        <p:spPr>
          <a:xfrm>
            <a:off x="6096000" y="1686758"/>
            <a:ext cx="0" cy="4256842"/>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C8B99253-B000-1442-A7D2-EB536C15CBCB}"/>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18" name="Picture 17" descr="The University of Iowa">
            <a:extLst>
              <a:ext uri="{FF2B5EF4-FFF2-40B4-BE49-F238E27FC236}">
                <a16:creationId xmlns:a16="http://schemas.microsoft.com/office/drawing/2014/main" id="{A96F9427-B9C2-6F44-ADD6-28635EDF4B29}"/>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16" name="Footer Placeholder 4">
            <a:extLst>
              <a:ext uri="{FF2B5EF4-FFF2-40B4-BE49-F238E27FC236}">
                <a16:creationId xmlns:a16="http://schemas.microsoft.com/office/drawing/2014/main" id="{45D918E3-A228-4F47-B892-288E22CD6CB2}"/>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0">
                <a:solidFill>
                  <a:schemeClr val="bg1"/>
                </a:solidFill>
              </a:defRPr>
            </a:lvl1pPr>
          </a:lstStyle>
          <a:p>
            <a:r>
              <a:rPr lang="en-US"/>
              <a:t>Insert-&gt;Header and Footer-&gt;Type Customizable Name</a:t>
            </a:r>
            <a:endParaRPr lang="en-US" b="0"/>
          </a:p>
        </p:txBody>
      </p:sp>
      <p:sp>
        <p:nvSpPr>
          <p:cNvPr id="2" name="Slide Number Placeholder 1">
            <a:extLst>
              <a:ext uri="{FF2B5EF4-FFF2-40B4-BE49-F238E27FC236}">
                <a16:creationId xmlns:a16="http://schemas.microsoft.com/office/drawing/2014/main" id="{D953AA63-24A7-BA03-FD7C-51EFC52A9F84}"/>
              </a:ext>
            </a:extLst>
          </p:cNvPr>
          <p:cNvSpPr>
            <a:spLocks noGrp="1"/>
          </p:cNvSpPr>
          <p:nvPr>
            <p:ph type="sldNum" sz="quarter" idx="17"/>
          </p:nvPr>
        </p:nvSpPr>
        <p:spPr/>
        <p:txBody>
          <a:bodyPr/>
          <a:lstStyle/>
          <a:p>
            <a:fld id="{C6684DFB-8BCD-4B6F-9AA1-83F3BA61DF41}" type="slidenum">
              <a:rPr lang="en-US" smtClean="0"/>
              <a:pPr/>
              <a:t>‹#›</a:t>
            </a:fld>
            <a:endParaRPr lang="en-US"/>
          </a:p>
        </p:txBody>
      </p:sp>
    </p:spTree>
    <p:extLst>
      <p:ext uri="{BB962C8B-B14F-4D97-AF65-F5344CB8AC3E}">
        <p14:creationId xmlns:p14="http://schemas.microsoft.com/office/powerpoint/2010/main" val="2899422758"/>
      </p:ext>
    </p:extLst>
  </p:cSld>
  <p:clrMapOvr>
    <a:masterClrMapping/>
  </p:clrMapOvr>
  <p:extLst>
    <p:ext uri="{DCECCB84-F9BA-43D5-87BE-67443E8EF086}">
      <p15:sldGuideLst xmlns:p15="http://schemas.microsoft.com/office/powerpoint/2012/main">
        <p15:guide id="1" orient="horz" pos="3744" userDrawn="1">
          <p15:clr>
            <a:srgbClr val="FBAE40"/>
          </p15:clr>
        </p15:guide>
        <p15:guide id="2" pos="598">
          <p15:clr>
            <a:srgbClr val="FBAE40"/>
          </p15:clr>
        </p15:guide>
        <p15:guide id="3" pos="7080">
          <p15:clr>
            <a:srgbClr val="FBAE40"/>
          </p15:clr>
        </p15:guide>
        <p15:guide id="4" pos="3840">
          <p15:clr>
            <a:srgbClr val="FBAE40"/>
          </p15:clr>
        </p15:guide>
        <p15:guide id="5" orient="horz" pos="1054" userDrawn="1">
          <p15:clr>
            <a:srgbClr val="FBAE40"/>
          </p15:clr>
        </p15:guide>
        <p15:guide id="6" orient="horz" pos="697" userDrawn="1">
          <p15:clr>
            <a:srgbClr val="FBAE40"/>
          </p15:clr>
        </p15:guide>
        <p15:guide id="7" orient="horz" pos="240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lumn Text Layout">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B103BAF8-AE0C-4C2A-AFFE-5EFC74007B1B}"/>
              </a:ext>
            </a:extLst>
          </p:cNvPr>
          <p:cNvSpPr>
            <a:spLocks noGrp="1"/>
          </p:cNvSpPr>
          <p:nvPr>
            <p:ph type="title"/>
          </p:nvPr>
        </p:nvSpPr>
        <p:spPr>
          <a:xfrm>
            <a:off x="952499" y="526777"/>
            <a:ext cx="10287001" cy="869089"/>
          </a:xfrm>
        </p:spPr>
        <p:txBody>
          <a:bodyPr lIns="0" tIns="0" rIns="0" bIns="0"/>
          <a:lstStyle>
            <a:lvl1pPr>
              <a:defRPr>
                <a:latin typeface="Roboto" panose="02000000000000000000" pitchFamily="2" charset="0"/>
                <a:ea typeface="Roboto" panose="02000000000000000000" pitchFamily="2"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E7D57D41-E534-4387-8837-F27E5C2408BD}"/>
              </a:ext>
            </a:extLst>
          </p:cNvPr>
          <p:cNvCxnSpPr>
            <a:cxnSpLocks/>
          </p:cNvCxnSpPr>
          <p:nvPr userDrawn="1"/>
        </p:nvCxnSpPr>
        <p:spPr>
          <a:xfrm>
            <a:off x="952498"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952500" y="1686758"/>
            <a:ext cx="3166740" cy="754602"/>
          </a:xfrm>
        </p:spPr>
        <p:txBody>
          <a:bodyPr lIns="0" tIns="0" rIns="0" bIns="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p:ph idx="10" hasCustomPrompt="1"/>
          </p:nvPr>
        </p:nvSpPr>
        <p:spPr>
          <a:xfrm>
            <a:off x="952501" y="2674398"/>
            <a:ext cx="3166740" cy="3269204"/>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text</a:t>
            </a:r>
          </a:p>
        </p:txBody>
      </p:sp>
      <p:sp>
        <p:nvSpPr>
          <p:cNvPr id="15" name="Content Placeholder 2">
            <a:extLst>
              <a:ext uri="{FF2B5EF4-FFF2-40B4-BE49-F238E27FC236}">
                <a16:creationId xmlns:a16="http://schemas.microsoft.com/office/drawing/2014/main" id="{700A296A-0A06-4FFB-B935-517187294F6B}"/>
              </a:ext>
            </a:extLst>
          </p:cNvPr>
          <p:cNvSpPr>
            <a:spLocks noGrp="1"/>
          </p:cNvSpPr>
          <p:nvPr>
            <p:ph idx="11" hasCustomPrompt="1"/>
          </p:nvPr>
        </p:nvSpPr>
        <p:spPr>
          <a:xfrm>
            <a:off x="4616385" y="1686756"/>
            <a:ext cx="2973372" cy="754602"/>
          </a:xfrm>
        </p:spPr>
        <p:txBody>
          <a:bodyPr lIns="0" tIns="0" rIns="0" bIns="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header</a:t>
            </a:r>
          </a:p>
        </p:txBody>
      </p:sp>
      <p:sp>
        <p:nvSpPr>
          <p:cNvPr id="16" name="Content Placeholder 2">
            <a:extLst>
              <a:ext uri="{FF2B5EF4-FFF2-40B4-BE49-F238E27FC236}">
                <a16:creationId xmlns:a16="http://schemas.microsoft.com/office/drawing/2014/main" id="{4DA600F9-1950-41BD-ACB3-21F2B5AE9494}"/>
              </a:ext>
            </a:extLst>
          </p:cNvPr>
          <p:cNvSpPr>
            <a:spLocks noGrp="1"/>
          </p:cNvSpPr>
          <p:nvPr>
            <p:ph idx="12" hasCustomPrompt="1"/>
          </p:nvPr>
        </p:nvSpPr>
        <p:spPr>
          <a:xfrm>
            <a:off x="4616386" y="2674396"/>
            <a:ext cx="2973372" cy="3269204"/>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text</a:t>
            </a:r>
          </a:p>
        </p:txBody>
      </p:sp>
      <p:sp>
        <p:nvSpPr>
          <p:cNvPr id="17" name="Content Placeholder 2">
            <a:extLst>
              <a:ext uri="{FF2B5EF4-FFF2-40B4-BE49-F238E27FC236}">
                <a16:creationId xmlns:a16="http://schemas.microsoft.com/office/drawing/2014/main" id="{D4DB30FF-E82C-424F-A06C-EFC3CFC45E36}"/>
              </a:ext>
            </a:extLst>
          </p:cNvPr>
          <p:cNvSpPr>
            <a:spLocks noGrp="1"/>
          </p:cNvSpPr>
          <p:nvPr>
            <p:ph idx="13" hasCustomPrompt="1"/>
          </p:nvPr>
        </p:nvSpPr>
        <p:spPr>
          <a:xfrm>
            <a:off x="8063514" y="1686756"/>
            <a:ext cx="3166740" cy="754602"/>
          </a:xfrm>
        </p:spPr>
        <p:txBody>
          <a:bodyPr lIns="0" tIns="0" rIns="0" bIns="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header</a:t>
            </a:r>
          </a:p>
        </p:txBody>
      </p:sp>
      <p:sp>
        <p:nvSpPr>
          <p:cNvPr id="18" name="Content Placeholder 2">
            <a:extLst>
              <a:ext uri="{FF2B5EF4-FFF2-40B4-BE49-F238E27FC236}">
                <a16:creationId xmlns:a16="http://schemas.microsoft.com/office/drawing/2014/main" id="{36DC4408-89C4-4D74-957E-B2A4D59F76AE}"/>
              </a:ext>
            </a:extLst>
          </p:cNvPr>
          <p:cNvSpPr>
            <a:spLocks noGrp="1"/>
          </p:cNvSpPr>
          <p:nvPr>
            <p:ph idx="14" hasCustomPrompt="1"/>
          </p:nvPr>
        </p:nvSpPr>
        <p:spPr>
          <a:xfrm>
            <a:off x="8063515" y="2674396"/>
            <a:ext cx="3166740" cy="3269204"/>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text</a:t>
            </a:r>
          </a:p>
        </p:txBody>
      </p:sp>
      <p:cxnSp>
        <p:nvCxnSpPr>
          <p:cNvPr id="12" name="Straight Connector 11">
            <a:extLst>
              <a:ext uri="{FF2B5EF4-FFF2-40B4-BE49-F238E27FC236}">
                <a16:creationId xmlns:a16="http://schemas.microsoft.com/office/drawing/2014/main" id="{3CA77083-F133-420F-93AD-77761878E852}"/>
              </a:ext>
            </a:extLst>
          </p:cNvPr>
          <p:cNvCxnSpPr/>
          <p:nvPr userDrawn="1"/>
        </p:nvCxnSpPr>
        <p:spPr>
          <a:xfrm>
            <a:off x="7806430" y="1679383"/>
            <a:ext cx="0" cy="426421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336E4CD-9037-4D69-A3E3-6380D9131A19}"/>
              </a:ext>
            </a:extLst>
          </p:cNvPr>
          <p:cNvCxnSpPr/>
          <p:nvPr userDrawn="1"/>
        </p:nvCxnSpPr>
        <p:spPr>
          <a:xfrm>
            <a:off x="4376691" y="1679383"/>
            <a:ext cx="0" cy="426421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2944143A-0CC6-6041-BD38-4C994DA8E0B2}"/>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23" name="Picture 22" descr="The University of Iowa">
            <a:extLst>
              <a:ext uri="{FF2B5EF4-FFF2-40B4-BE49-F238E27FC236}">
                <a16:creationId xmlns:a16="http://schemas.microsoft.com/office/drawing/2014/main" id="{529638AC-0ED3-DE46-BC83-28B1D845EE0F}"/>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21" name="Footer Placeholder 4">
            <a:extLst>
              <a:ext uri="{FF2B5EF4-FFF2-40B4-BE49-F238E27FC236}">
                <a16:creationId xmlns:a16="http://schemas.microsoft.com/office/drawing/2014/main" id="{642FB62D-41EB-7A41-B0D2-60C8BB6A3166}"/>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0">
                <a:solidFill>
                  <a:schemeClr val="bg1"/>
                </a:solidFill>
              </a:defRPr>
            </a:lvl1pPr>
          </a:lstStyle>
          <a:p>
            <a:r>
              <a:rPr lang="en-US"/>
              <a:t>Insert-&gt;Header and Footer-&gt;Type Customizable Name</a:t>
            </a:r>
            <a:endParaRPr lang="en-US" b="0"/>
          </a:p>
        </p:txBody>
      </p:sp>
      <p:sp>
        <p:nvSpPr>
          <p:cNvPr id="2" name="Slide Number Placeholder 1">
            <a:extLst>
              <a:ext uri="{FF2B5EF4-FFF2-40B4-BE49-F238E27FC236}">
                <a16:creationId xmlns:a16="http://schemas.microsoft.com/office/drawing/2014/main" id="{1410CF93-D03B-C8A5-E03C-C72C92252EDC}"/>
              </a:ext>
            </a:extLst>
          </p:cNvPr>
          <p:cNvSpPr>
            <a:spLocks noGrp="1"/>
          </p:cNvSpPr>
          <p:nvPr>
            <p:ph type="sldNum" sz="quarter" idx="15"/>
          </p:nvPr>
        </p:nvSpPr>
        <p:spPr/>
        <p:txBody>
          <a:bodyPr/>
          <a:lstStyle/>
          <a:p>
            <a:fld id="{C6684DFB-8BCD-4B6F-9AA1-83F3BA61DF41}" type="slidenum">
              <a:rPr lang="en-US" smtClean="0"/>
              <a:pPr/>
              <a:t>‹#›</a:t>
            </a:fld>
            <a:endParaRPr lang="en-US"/>
          </a:p>
        </p:txBody>
      </p:sp>
    </p:spTree>
    <p:extLst>
      <p:ext uri="{BB962C8B-B14F-4D97-AF65-F5344CB8AC3E}">
        <p14:creationId xmlns:p14="http://schemas.microsoft.com/office/powerpoint/2010/main" val="2851774748"/>
      </p:ext>
    </p:extLst>
  </p:cSld>
  <p:clrMapOvr>
    <a:masterClrMapping/>
  </p:clrMapOvr>
  <p:extLst>
    <p:ext uri="{DCECCB84-F9BA-43D5-87BE-67443E8EF086}">
      <p15:sldGuideLst xmlns:p15="http://schemas.microsoft.com/office/powerpoint/2012/main">
        <p15:guide id="2" pos="598" userDrawn="1">
          <p15:clr>
            <a:srgbClr val="FBAE40"/>
          </p15:clr>
        </p15:guide>
        <p15:guide id="3" pos="7080" userDrawn="1">
          <p15:clr>
            <a:srgbClr val="FBAE40"/>
          </p15:clr>
        </p15:guide>
        <p15:guide id="4" pos="3840" userDrawn="1">
          <p15:clr>
            <a:srgbClr val="FBAE40"/>
          </p15:clr>
        </p15:guide>
        <p15:guide id="5" orient="horz" pos="1054" userDrawn="1">
          <p15:clr>
            <a:srgbClr val="FBAE40"/>
          </p15:clr>
        </p15:guide>
        <p15:guide id="7" orient="horz" pos="3744" userDrawn="1">
          <p15:clr>
            <a:srgbClr val="FBAE40"/>
          </p15:clr>
        </p15:guide>
        <p15:guide id="8" orient="horz" pos="697" userDrawn="1">
          <p15:clr>
            <a:srgbClr val="FBAE40"/>
          </p15:clr>
        </p15:guide>
        <p15:guide id="9" orient="horz" pos="240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our Column Text Layout">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D42FEC1B-FCF8-4508-B227-27323879AC52}"/>
              </a:ext>
            </a:extLst>
          </p:cNvPr>
          <p:cNvSpPr>
            <a:spLocks noGrp="1"/>
          </p:cNvSpPr>
          <p:nvPr>
            <p:ph type="title"/>
          </p:nvPr>
        </p:nvSpPr>
        <p:spPr>
          <a:xfrm>
            <a:off x="952499" y="526777"/>
            <a:ext cx="10287001" cy="869089"/>
          </a:xfrm>
        </p:spPr>
        <p:txBody>
          <a:bodyPr lIns="0" tIns="0" rIns="0" bIns="0"/>
          <a:lstStyle>
            <a:lvl1pPr>
              <a:defRPr>
                <a:latin typeface="Roboto" panose="02000000000000000000" pitchFamily="2" charset="0"/>
                <a:ea typeface="Roboto" panose="02000000000000000000" pitchFamily="2"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E7D57D41-E534-4387-8837-F27E5C2408BD}"/>
              </a:ext>
            </a:extLst>
          </p:cNvPr>
          <p:cNvCxnSpPr>
            <a:cxnSpLocks/>
          </p:cNvCxnSpPr>
          <p:nvPr userDrawn="1"/>
        </p:nvCxnSpPr>
        <p:spPr>
          <a:xfrm>
            <a:off x="952498"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952500" y="1686758"/>
            <a:ext cx="2358867" cy="754602"/>
          </a:xfrm>
        </p:spPr>
        <p:txBody>
          <a:bodyPr lIns="0" tIns="0" rIns="0" bIns="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p:ph idx="10" hasCustomPrompt="1"/>
          </p:nvPr>
        </p:nvSpPr>
        <p:spPr>
          <a:xfrm>
            <a:off x="952501" y="2674398"/>
            <a:ext cx="2358867" cy="3269204"/>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text</a:t>
            </a:r>
          </a:p>
        </p:txBody>
      </p:sp>
      <p:cxnSp>
        <p:nvCxnSpPr>
          <p:cNvPr id="11" name="Straight Connector 10">
            <a:extLst>
              <a:ext uri="{FF2B5EF4-FFF2-40B4-BE49-F238E27FC236}">
                <a16:creationId xmlns:a16="http://schemas.microsoft.com/office/drawing/2014/main" id="{7336E4CD-9037-4D69-A3E3-6380D9131A19}"/>
              </a:ext>
            </a:extLst>
          </p:cNvPr>
          <p:cNvCxnSpPr/>
          <p:nvPr userDrawn="1"/>
        </p:nvCxnSpPr>
        <p:spPr>
          <a:xfrm>
            <a:off x="3524250" y="1686757"/>
            <a:ext cx="0" cy="4256844"/>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5" name="Content Placeholder 2">
            <a:extLst>
              <a:ext uri="{FF2B5EF4-FFF2-40B4-BE49-F238E27FC236}">
                <a16:creationId xmlns:a16="http://schemas.microsoft.com/office/drawing/2014/main" id="{700A296A-0A06-4FFB-B935-517187294F6B}"/>
              </a:ext>
            </a:extLst>
          </p:cNvPr>
          <p:cNvSpPr>
            <a:spLocks noGrp="1"/>
          </p:cNvSpPr>
          <p:nvPr>
            <p:ph idx="11" hasCustomPrompt="1"/>
          </p:nvPr>
        </p:nvSpPr>
        <p:spPr>
          <a:xfrm>
            <a:off x="3737133" y="1686756"/>
            <a:ext cx="2148760" cy="754602"/>
          </a:xfrm>
        </p:spPr>
        <p:txBody>
          <a:bodyPr lIns="0" tIns="0" rIns="0" bIns="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header</a:t>
            </a:r>
          </a:p>
        </p:txBody>
      </p:sp>
      <p:sp>
        <p:nvSpPr>
          <p:cNvPr id="16" name="Content Placeholder 2">
            <a:extLst>
              <a:ext uri="{FF2B5EF4-FFF2-40B4-BE49-F238E27FC236}">
                <a16:creationId xmlns:a16="http://schemas.microsoft.com/office/drawing/2014/main" id="{4DA600F9-1950-41BD-ACB3-21F2B5AE9494}"/>
              </a:ext>
            </a:extLst>
          </p:cNvPr>
          <p:cNvSpPr>
            <a:spLocks noGrp="1"/>
          </p:cNvSpPr>
          <p:nvPr>
            <p:ph idx="12" hasCustomPrompt="1"/>
          </p:nvPr>
        </p:nvSpPr>
        <p:spPr>
          <a:xfrm>
            <a:off x="3737134" y="2674396"/>
            <a:ext cx="2148760" cy="3269204"/>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text</a:t>
            </a:r>
          </a:p>
        </p:txBody>
      </p:sp>
      <p:cxnSp>
        <p:nvCxnSpPr>
          <p:cNvPr id="22" name="Straight Connector 21">
            <a:extLst>
              <a:ext uri="{FF2B5EF4-FFF2-40B4-BE49-F238E27FC236}">
                <a16:creationId xmlns:a16="http://schemas.microsoft.com/office/drawing/2014/main" id="{CEF932C4-F1C3-47F2-84B8-FEC885C1843C}"/>
              </a:ext>
            </a:extLst>
          </p:cNvPr>
          <p:cNvCxnSpPr/>
          <p:nvPr userDrawn="1"/>
        </p:nvCxnSpPr>
        <p:spPr>
          <a:xfrm>
            <a:off x="6096000" y="1686758"/>
            <a:ext cx="0" cy="4293629"/>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Content Placeholder 2">
            <a:extLst>
              <a:ext uri="{FF2B5EF4-FFF2-40B4-BE49-F238E27FC236}">
                <a16:creationId xmlns:a16="http://schemas.microsoft.com/office/drawing/2014/main" id="{D4DB30FF-E82C-424F-A06C-EFC3CFC45E36}"/>
              </a:ext>
            </a:extLst>
          </p:cNvPr>
          <p:cNvSpPr>
            <a:spLocks noGrp="1"/>
          </p:cNvSpPr>
          <p:nvPr>
            <p:ph idx="13" hasCustomPrompt="1"/>
          </p:nvPr>
        </p:nvSpPr>
        <p:spPr>
          <a:xfrm>
            <a:off x="6306107" y="1686756"/>
            <a:ext cx="2148760" cy="754602"/>
          </a:xfrm>
        </p:spPr>
        <p:txBody>
          <a:bodyPr lIns="0" tIns="0" rIns="0" bIns="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header</a:t>
            </a:r>
          </a:p>
        </p:txBody>
      </p:sp>
      <p:sp>
        <p:nvSpPr>
          <p:cNvPr id="18" name="Content Placeholder 2">
            <a:extLst>
              <a:ext uri="{FF2B5EF4-FFF2-40B4-BE49-F238E27FC236}">
                <a16:creationId xmlns:a16="http://schemas.microsoft.com/office/drawing/2014/main" id="{36DC4408-89C4-4D74-957E-B2A4D59F76AE}"/>
              </a:ext>
            </a:extLst>
          </p:cNvPr>
          <p:cNvSpPr>
            <a:spLocks noGrp="1"/>
          </p:cNvSpPr>
          <p:nvPr>
            <p:ph idx="14" hasCustomPrompt="1"/>
          </p:nvPr>
        </p:nvSpPr>
        <p:spPr>
          <a:xfrm>
            <a:off x="6306108" y="2674396"/>
            <a:ext cx="2148760" cy="3269204"/>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text</a:t>
            </a:r>
          </a:p>
        </p:txBody>
      </p:sp>
      <p:cxnSp>
        <p:nvCxnSpPr>
          <p:cNvPr id="12" name="Straight Connector 11">
            <a:extLst>
              <a:ext uri="{FF2B5EF4-FFF2-40B4-BE49-F238E27FC236}">
                <a16:creationId xmlns:a16="http://schemas.microsoft.com/office/drawing/2014/main" id="{3CA77083-F133-420F-93AD-77761878E852}"/>
              </a:ext>
            </a:extLst>
          </p:cNvPr>
          <p:cNvCxnSpPr/>
          <p:nvPr userDrawn="1"/>
        </p:nvCxnSpPr>
        <p:spPr>
          <a:xfrm>
            <a:off x="8674100" y="1686757"/>
            <a:ext cx="0" cy="4256844"/>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A07502CC-5B90-4BCF-B63B-36D026C9AE96}"/>
              </a:ext>
            </a:extLst>
          </p:cNvPr>
          <p:cNvSpPr>
            <a:spLocks noGrp="1"/>
          </p:cNvSpPr>
          <p:nvPr>
            <p:ph idx="15" hasCustomPrompt="1"/>
          </p:nvPr>
        </p:nvSpPr>
        <p:spPr>
          <a:xfrm>
            <a:off x="8875080" y="1676706"/>
            <a:ext cx="2358867" cy="754602"/>
          </a:xfrm>
        </p:spPr>
        <p:txBody>
          <a:bodyPr lIns="0" tIns="0" rIns="0" bIns="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header</a:t>
            </a:r>
          </a:p>
        </p:txBody>
      </p:sp>
      <p:sp>
        <p:nvSpPr>
          <p:cNvPr id="20" name="Content Placeholder 2">
            <a:extLst>
              <a:ext uri="{FF2B5EF4-FFF2-40B4-BE49-F238E27FC236}">
                <a16:creationId xmlns:a16="http://schemas.microsoft.com/office/drawing/2014/main" id="{F169EF16-BA54-4279-A087-A65E4F26675F}"/>
              </a:ext>
            </a:extLst>
          </p:cNvPr>
          <p:cNvSpPr>
            <a:spLocks noGrp="1"/>
          </p:cNvSpPr>
          <p:nvPr>
            <p:ph idx="16" hasCustomPrompt="1"/>
          </p:nvPr>
        </p:nvSpPr>
        <p:spPr>
          <a:xfrm>
            <a:off x="8875081" y="2664346"/>
            <a:ext cx="2358867" cy="3269204"/>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text</a:t>
            </a:r>
          </a:p>
        </p:txBody>
      </p:sp>
      <p:sp>
        <p:nvSpPr>
          <p:cNvPr id="21" name="Rectangle 20">
            <a:extLst>
              <a:ext uri="{FF2B5EF4-FFF2-40B4-BE49-F238E27FC236}">
                <a16:creationId xmlns:a16="http://schemas.microsoft.com/office/drawing/2014/main" id="{55DF11BA-BD6E-E14D-A115-587308DBF4A7}"/>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26" name="Picture 25" descr="The University of Iowa">
            <a:extLst>
              <a:ext uri="{FF2B5EF4-FFF2-40B4-BE49-F238E27FC236}">
                <a16:creationId xmlns:a16="http://schemas.microsoft.com/office/drawing/2014/main" id="{178B6A3E-B578-0F40-9695-2E975D126F8E}"/>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23" name="Footer Placeholder 4">
            <a:extLst>
              <a:ext uri="{FF2B5EF4-FFF2-40B4-BE49-F238E27FC236}">
                <a16:creationId xmlns:a16="http://schemas.microsoft.com/office/drawing/2014/main" id="{9253C989-F49D-8D4D-BFD5-ECCB6E59B78D}"/>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0">
                <a:solidFill>
                  <a:schemeClr val="bg1"/>
                </a:solidFill>
              </a:defRPr>
            </a:lvl1pPr>
          </a:lstStyle>
          <a:p>
            <a:r>
              <a:rPr lang="en-US"/>
              <a:t>Insert-&gt;Header and Footer-&gt;Type Customizable Name</a:t>
            </a:r>
            <a:endParaRPr lang="en-US" b="0"/>
          </a:p>
        </p:txBody>
      </p:sp>
      <p:sp>
        <p:nvSpPr>
          <p:cNvPr id="2" name="Slide Number Placeholder 1">
            <a:extLst>
              <a:ext uri="{FF2B5EF4-FFF2-40B4-BE49-F238E27FC236}">
                <a16:creationId xmlns:a16="http://schemas.microsoft.com/office/drawing/2014/main" id="{98EC01FB-4DA9-0B14-9E50-CF05E633BCA0}"/>
              </a:ext>
            </a:extLst>
          </p:cNvPr>
          <p:cNvSpPr>
            <a:spLocks noGrp="1"/>
          </p:cNvSpPr>
          <p:nvPr>
            <p:ph type="sldNum" sz="quarter" idx="17"/>
          </p:nvPr>
        </p:nvSpPr>
        <p:spPr/>
        <p:txBody>
          <a:bodyPr/>
          <a:lstStyle/>
          <a:p>
            <a:fld id="{C6684DFB-8BCD-4B6F-9AA1-83F3BA61DF41}" type="slidenum">
              <a:rPr lang="en-US" smtClean="0"/>
              <a:pPr/>
              <a:t>‹#›</a:t>
            </a:fld>
            <a:endParaRPr lang="en-US"/>
          </a:p>
        </p:txBody>
      </p:sp>
    </p:spTree>
    <p:extLst>
      <p:ext uri="{BB962C8B-B14F-4D97-AF65-F5344CB8AC3E}">
        <p14:creationId xmlns:p14="http://schemas.microsoft.com/office/powerpoint/2010/main" val="1772614730"/>
      </p:ext>
    </p:extLst>
  </p:cSld>
  <p:clrMapOvr>
    <a:masterClrMapping/>
  </p:clrMapOvr>
  <p:extLst>
    <p:ext uri="{DCECCB84-F9BA-43D5-87BE-67443E8EF086}">
      <p15:sldGuideLst xmlns:p15="http://schemas.microsoft.com/office/powerpoint/2012/main">
        <p15:guide id="1" orient="horz" pos="2400" userDrawn="1">
          <p15:clr>
            <a:srgbClr val="FBAE40"/>
          </p15:clr>
        </p15:guide>
        <p15:guide id="2" pos="598">
          <p15:clr>
            <a:srgbClr val="FBAE40"/>
          </p15:clr>
        </p15:guide>
        <p15:guide id="3" pos="7080">
          <p15:clr>
            <a:srgbClr val="FBAE40"/>
          </p15:clr>
        </p15:guide>
        <p15:guide id="4" pos="3840">
          <p15:clr>
            <a:srgbClr val="FBAE40"/>
          </p15:clr>
        </p15:guide>
        <p15:guide id="5" orient="horz" pos="1054" userDrawn="1">
          <p15:clr>
            <a:srgbClr val="FBAE40"/>
          </p15:clr>
        </p15:guide>
        <p15:guide id="6" orient="horz" pos="3744" userDrawn="1">
          <p15:clr>
            <a:srgbClr val="FBAE40"/>
          </p15:clr>
        </p15:guide>
        <p15:guide id="7" orient="horz" pos="697"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ive Column Text Layout">
    <p:spTree>
      <p:nvGrpSpPr>
        <p:cNvPr id="1" name=""/>
        <p:cNvGrpSpPr/>
        <p:nvPr/>
      </p:nvGrpSpPr>
      <p:grpSpPr>
        <a:xfrm>
          <a:off x="0" y="0"/>
          <a:ext cx="0" cy="0"/>
          <a:chOff x="0" y="0"/>
          <a:chExt cx="0" cy="0"/>
        </a:xfrm>
      </p:grpSpPr>
      <p:sp>
        <p:nvSpPr>
          <p:cNvPr id="37" name="Title 1">
            <a:extLst>
              <a:ext uri="{FF2B5EF4-FFF2-40B4-BE49-F238E27FC236}">
                <a16:creationId xmlns:a16="http://schemas.microsoft.com/office/drawing/2014/main" id="{8F3E476F-E407-4406-BB4F-38E54533153E}"/>
              </a:ext>
            </a:extLst>
          </p:cNvPr>
          <p:cNvSpPr>
            <a:spLocks noGrp="1"/>
          </p:cNvSpPr>
          <p:nvPr>
            <p:ph type="title"/>
          </p:nvPr>
        </p:nvSpPr>
        <p:spPr>
          <a:xfrm>
            <a:off x="952499" y="526777"/>
            <a:ext cx="10287001" cy="869089"/>
          </a:xfrm>
        </p:spPr>
        <p:txBody>
          <a:bodyPr lIns="0" tIns="0" rIns="0" bIns="0"/>
          <a:lstStyle>
            <a:lvl1pPr>
              <a:defRPr>
                <a:latin typeface="Roboto" panose="02000000000000000000" pitchFamily="2" charset="0"/>
                <a:ea typeface="Roboto" panose="02000000000000000000" pitchFamily="2"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E7D57D41-E534-4387-8837-F27E5C2408BD}"/>
              </a:ext>
            </a:extLst>
          </p:cNvPr>
          <p:cNvCxnSpPr>
            <a:cxnSpLocks/>
          </p:cNvCxnSpPr>
          <p:nvPr userDrawn="1"/>
        </p:nvCxnSpPr>
        <p:spPr>
          <a:xfrm>
            <a:off x="952498"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952501" y="1686758"/>
            <a:ext cx="1835088" cy="754602"/>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userDrawn="1">
            <p:ph idx="10" hasCustomPrompt="1"/>
          </p:nvPr>
        </p:nvSpPr>
        <p:spPr>
          <a:xfrm>
            <a:off x="952502" y="2850484"/>
            <a:ext cx="1835088" cy="3093116"/>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text</a:t>
            </a:r>
          </a:p>
        </p:txBody>
      </p:sp>
      <p:cxnSp>
        <p:nvCxnSpPr>
          <p:cNvPr id="11" name="Straight Connector 10">
            <a:extLst>
              <a:ext uri="{FF2B5EF4-FFF2-40B4-BE49-F238E27FC236}">
                <a16:creationId xmlns:a16="http://schemas.microsoft.com/office/drawing/2014/main" id="{7336E4CD-9037-4D69-A3E3-6380D9131A19}"/>
              </a:ext>
            </a:extLst>
          </p:cNvPr>
          <p:cNvCxnSpPr>
            <a:cxnSpLocks/>
          </p:cNvCxnSpPr>
          <p:nvPr userDrawn="1"/>
        </p:nvCxnSpPr>
        <p:spPr>
          <a:xfrm>
            <a:off x="3011869" y="1686759"/>
            <a:ext cx="0" cy="425684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4" name="Content Placeholder 2">
            <a:extLst>
              <a:ext uri="{FF2B5EF4-FFF2-40B4-BE49-F238E27FC236}">
                <a16:creationId xmlns:a16="http://schemas.microsoft.com/office/drawing/2014/main" id="{ACA73044-ABA5-4A68-81D4-75723F104CFB}"/>
              </a:ext>
            </a:extLst>
          </p:cNvPr>
          <p:cNvSpPr>
            <a:spLocks noGrp="1"/>
          </p:cNvSpPr>
          <p:nvPr>
            <p:ph idx="11" hasCustomPrompt="1"/>
          </p:nvPr>
        </p:nvSpPr>
        <p:spPr>
          <a:xfrm>
            <a:off x="3229003" y="1686758"/>
            <a:ext cx="1624302" cy="754602"/>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header</a:t>
            </a:r>
          </a:p>
        </p:txBody>
      </p:sp>
      <p:sp>
        <p:nvSpPr>
          <p:cNvPr id="25" name="Content Placeholder 2">
            <a:extLst>
              <a:ext uri="{FF2B5EF4-FFF2-40B4-BE49-F238E27FC236}">
                <a16:creationId xmlns:a16="http://schemas.microsoft.com/office/drawing/2014/main" id="{D69FEDBA-37CD-4D7E-A729-6821E598E67D}"/>
              </a:ext>
            </a:extLst>
          </p:cNvPr>
          <p:cNvSpPr>
            <a:spLocks noGrp="1"/>
          </p:cNvSpPr>
          <p:nvPr>
            <p:ph idx="12" hasCustomPrompt="1"/>
          </p:nvPr>
        </p:nvSpPr>
        <p:spPr>
          <a:xfrm>
            <a:off x="3229004" y="2850484"/>
            <a:ext cx="1617953" cy="3093116"/>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text</a:t>
            </a:r>
          </a:p>
        </p:txBody>
      </p:sp>
      <p:cxnSp>
        <p:nvCxnSpPr>
          <p:cNvPr id="22" name="Straight Connector 21">
            <a:extLst>
              <a:ext uri="{FF2B5EF4-FFF2-40B4-BE49-F238E27FC236}">
                <a16:creationId xmlns:a16="http://schemas.microsoft.com/office/drawing/2014/main" id="{CEF932C4-F1C3-47F2-84B8-FEC885C1843C}"/>
              </a:ext>
            </a:extLst>
          </p:cNvPr>
          <p:cNvCxnSpPr>
            <a:cxnSpLocks/>
          </p:cNvCxnSpPr>
          <p:nvPr userDrawn="1"/>
        </p:nvCxnSpPr>
        <p:spPr>
          <a:xfrm>
            <a:off x="5066192" y="1686759"/>
            <a:ext cx="0" cy="4256842"/>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6" name="Content Placeholder 2">
            <a:extLst>
              <a:ext uri="{FF2B5EF4-FFF2-40B4-BE49-F238E27FC236}">
                <a16:creationId xmlns:a16="http://schemas.microsoft.com/office/drawing/2014/main" id="{B96DFA0C-E450-4893-8C79-6243F5697984}"/>
              </a:ext>
            </a:extLst>
          </p:cNvPr>
          <p:cNvSpPr>
            <a:spLocks noGrp="1"/>
          </p:cNvSpPr>
          <p:nvPr>
            <p:ph idx="13" hasCustomPrompt="1"/>
          </p:nvPr>
        </p:nvSpPr>
        <p:spPr>
          <a:xfrm>
            <a:off x="5281223" y="1686758"/>
            <a:ext cx="1617953" cy="754602"/>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header</a:t>
            </a:r>
          </a:p>
        </p:txBody>
      </p:sp>
      <p:sp>
        <p:nvSpPr>
          <p:cNvPr id="27" name="Content Placeholder 2">
            <a:extLst>
              <a:ext uri="{FF2B5EF4-FFF2-40B4-BE49-F238E27FC236}">
                <a16:creationId xmlns:a16="http://schemas.microsoft.com/office/drawing/2014/main" id="{E9D9C274-DDDD-4725-8A7B-113147DD7832}"/>
              </a:ext>
            </a:extLst>
          </p:cNvPr>
          <p:cNvSpPr>
            <a:spLocks noGrp="1"/>
          </p:cNvSpPr>
          <p:nvPr>
            <p:ph idx="14" hasCustomPrompt="1"/>
          </p:nvPr>
        </p:nvSpPr>
        <p:spPr>
          <a:xfrm>
            <a:off x="5281224" y="2850484"/>
            <a:ext cx="1617953" cy="3093116"/>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text</a:t>
            </a:r>
          </a:p>
        </p:txBody>
      </p:sp>
      <p:cxnSp>
        <p:nvCxnSpPr>
          <p:cNvPr id="12" name="Straight Connector 11">
            <a:extLst>
              <a:ext uri="{FF2B5EF4-FFF2-40B4-BE49-F238E27FC236}">
                <a16:creationId xmlns:a16="http://schemas.microsoft.com/office/drawing/2014/main" id="{3CA77083-F133-420F-93AD-77761878E852}"/>
              </a:ext>
            </a:extLst>
          </p:cNvPr>
          <p:cNvCxnSpPr>
            <a:cxnSpLocks/>
          </p:cNvCxnSpPr>
          <p:nvPr userDrawn="1"/>
        </p:nvCxnSpPr>
        <p:spPr>
          <a:xfrm>
            <a:off x="7131909" y="1686759"/>
            <a:ext cx="0" cy="425684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8" name="Content Placeholder 2">
            <a:extLst>
              <a:ext uri="{FF2B5EF4-FFF2-40B4-BE49-F238E27FC236}">
                <a16:creationId xmlns:a16="http://schemas.microsoft.com/office/drawing/2014/main" id="{F93742B6-D009-4AB4-BBDC-24522E901BB5}"/>
              </a:ext>
            </a:extLst>
          </p:cNvPr>
          <p:cNvSpPr>
            <a:spLocks noGrp="1"/>
          </p:cNvSpPr>
          <p:nvPr>
            <p:ph idx="15" hasCustomPrompt="1"/>
          </p:nvPr>
        </p:nvSpPr>
        <p:spPr>
          <a:xfrm>
            <a:off x="7349043" y="1686758"/>
            <a:ext cx="1617953" cy="754602"/>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header</a:t>
            </a:r>
          </a:p>
        </p:txBody>
      </p:sp>
      <p:sp>
        <p:nvSpPr>
          <p:cNvPr id="29" name="Content Placeholder 2">
            <a:extLst>
              <a:ext uri="{FF2B5EF4-FFF2-40B4-BE49-F238E27FC236}">
                <a16:creationId xmlns:a16="http://schemas.microsoft.com/office/drawing/2014/main" id="{90357619-5F6A-4C63-90C3-32B37CE73C91}"/>
              </a:ext>
            </a:extLst>
          </p:cNvPr>
          <p:cNvSpPr>
            <a:spLocks noGrp="1"/>
          </p:cNvSpPr>
          <p:nvPr>
            <p:ph idx="16" hasCustomPrompt="1"/>
          </p:nvPr>
        </p:nvSpPr>
        <p:spPr>
          <a:xfrm>
            <a:off x="7349044" y="2850484"/>
            <a:ext cx="1617953" cy="3093116"/>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text</a:t>
            </a:r>
          </a:p>
        </p:txBody>
      </p:sp>
      <p:cxnSp>
        <p:nvCxnSpPr>
          <p:cNvPr id="23" name="Straight Connector 22">
            <a:extLst>
              <a:ext uri="{FF2B5EF4-FFF2-40B4-BE49-F238E27FC236}">
                <a16:creationId xmlns:a16="http://schemas.microsoft.com/office/drawing/2014/main" id="{55F5ADDF-F780-4384-87F4-30070C81BB29}"/>
              </a:ext>
            </a:extLst>
          </p:cNvPr>
          <p:cNvCxnSpPr>
            <a:cxnSpLocks/>
          </p:cNvCxnSpPr>
          <p:nvPr userDrawn="1"/>
        </p:nvCxnSpPr>
        <p:spPr>
          <a:xfrm>
            <a:off x="9184131" y="1686759"/>
            <a:ext cx="0" cy="425684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30" name="Content Placeholder 2">
            <a:extLst>
              <a:ext uri="{FF2B5EF4-FFF2-40B4-BE49-F238E27FC236}">
                <a16:creationId xmlns:a16="http://schemas.microsoft.com/office/drawing/2014/main" id="{035F8812-D495-478D-828C-D8CF0753EEB5}"/>
              </a:ext>
            </a:extLst>
          </p:cNvPr>
          <p:cNvSpPr>
            <a:spLocks noGrp="1"/>
          </p:cNvSpPr>
          <p:nvPr>
            <p:ph idx="17" hasCustomPrompt="1"/>
          </p:nvPr>
        </p:nvSpPr>
        <p:spPr>
          <a:xfrm>
            <a:off x="9401266" y="1686758"/>
            <a:ext cx="1835087" cy="754602"/>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header</a:t>
            </a:r>
          </a:p>
        </p:txBody>
      </p:sp>
      <p:sp>
        <p:nvSpPr>
          <p:cNvPr id="31" name="Content Placeholder 2">
            <a:extLst>
              <a:ext uri="{FF2B5EF4-FFF2-40B4-BE49-F238E27FC236}">
                <a16:creationId xmlns:a16="http://schemas.microsoft.com/office/drawing/2014/main" id="{338FA747-D085-4909-A6FE-575A5C652420}"/>
              </a:ext>
            </a:extLst>
          </p:cNvPr>
          <p:cNvSpPr>
            <a:spLocks noGrp="1"/>
          </p:cNvSpPr>
          <p:nvPr>
            <p:ph idx="18" hasCustomPrompt="1"/>
          </p:nvPr>
        </p:nvSpPr>
        <p:spPr>
          <a:xfrm>
            <a:off x="9401267" y="2850484"/>
            <a:ext cx="1838233" cy="3093116"/>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text</a:t>
            </a:r>
          </a:p>
        </p:txBody>
      </p:sp>
      <p:sp>
        <p:nvSpPr>
          <p:cNvPr id="32" name="Rectangle 31">
            <a:extLst>
              <a:ext uri="{FF2B5EF4-FFF2-40B4-BE49-F238E27FC236}">
                <a16:creationId xmlns:a16="http://schemas.microsoft.com/office/drawing/2014/main" id="{8A4AB6F8-D05F-8E40-A637-083D1274FB35}"/>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38" name="Picture 37" descr="The University of Iowa">
            <a:extLst>
              <a:ext uri="{FF2B5EF4-FFF2-40B4-BE49-F238E27FC236}">
                <a16:creationId xmlns:a16="http://schemas.microsoft.com/office/drawing/2014/main" id="{03F28A08-B979-7F4D-A857-AE155CAB0EE7}"/>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36" name="Footer Placeholder 4">
            <a:extLst>
              <a:ext uri="{FF2B5EF4-FFF2-40B4-BE49-F238E27FC236}">
                <a16:creationId xmlns:a16="http://schemas.microsoft.com/office/drawing/2014/main" id="{48092FCE-E544-874D-A440-7B68904C34DF}"/>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0">
                <a:solidFill>
                  <a:schemeClr val="bg1"/>
                </a:solidFill>
              </a:defRPr>
            </a:lvl1pPr>
          </a:lstStyle>
          <a:p>
            <a:r>
              <a:rPr lang="en-US"/>
              <a:t>Insert-&gt;Header and Footer-&gt;Type Customizable Name</a:t>
            </a:r>
            <a:endParaRPr lang="en-US" b="0"/>
          </a:p>
        </p:txBody>
      </p:sp>
      <p:sp>
        <p:nvSpPr>
          <p:cNvPr id="2" name="Slide Number Placeholder 1">
            <a:extLst>
              <a:ext uri="{FF2B5EF4-FFF2-40B4-BE49-F238E27FC236}">
                <a16:creationId xmlns:a16="http://schemas.microsoft.com/office/drawing/2014/main" id="{1439FE5E-4A90-5813-1573-1DA16021FE74}"/>
              </a:ext>
            </a:extLst>
          </p:cNvPr>
          <p:cNvSpPr>
            <a:spLocks noGrp="1"/>
          </p:cNvSpPr>
          <p:nvPr>
            <p:ph type="sldNum" sz="quarter" idx="19"/>
          </p:nvPr>
        </p:nvSpPr>
        <p:spPr/>
        <p:txBody>
          <a:bodyPr/>
          <a:lstStyle/>
          <a:p>
            <a:fld id="{C6684DFB-8BCD-4B6F-9AA1-83F3BA61DF41}" type="slidenum">
              <a:rPr lang="en-US" smtClean="0"/>
              <a:pPr/>
              <a:t>‹#›</a:t>
            </a:fld>
            <a:endParaRPr lang="en-US"/>
          </a:p>
        </p:txBody>
      </p:sp>
    </p:spTree>
    <p:extLst>
      <p:ext uri="{BB962C8B-B14F-4D97-AF65-F5344CB8AC3E}">
        <p14:creationId xmlns:p14="http://schemas.microsoft.com/office/powerpoint/2010/main" val="439371316"/>
      </p:ext>
    </p:extLst>
  </p:cSld>
  <p:clrMapOvr>
    <a:masterClrMapping/>
  </p:clrMapOvr>
  <p:extLst>
    <p:ext uri="{DCECCB84-F9BA-43D5-87BE-67443E8EF086}">
      <p15:sldGuideLst xmlns:p15="http://schemas.microsoft.com/office/powerpoint/2012/main">
        <p15:guide id="1" orient="horz" pos="2400" userDrawn="1">
          <p15:clr>
            <a:srgbClr val="FBAE40"/>
          </p15:clr>
        </p15:guide>
        <p15:guide id="2" pos="598">
          <p15:clr>
            <a:srgbClr val="FBAE40"/>
          </p15:clr>
        </p15:guide>
        <p15:guide id="3" pos="7080">
          <p15:clr>
            <a:srgbClr val="FBAE40"/>
          </p15:clr>
        </p15:guide>
        <p15:guide id="4" pos="3840">
          <p15:clr>
            <a:srgbClr val="FBAE40"/>
          </p15:clr>
        </p15:guide>
        <p15:guide id="5" orient="horz" pos="1054" userDrawn="1">
          <p15:clr>
            <a:srgbClr val="FBAE40"/>
          </p15:clr>
        </p15:guide>
        <p15:guide id="6" orient="horz" pos="3744">
          <p15:clr>
            <a:srgbClr val="FBAE40"/>
          </p15:clr>
        </p15:guide>
        <p15:guide id="7" orient="horz" pos="697"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x1 Grid Layout">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F83F529D-C880-45A0-81D8-FD2CC04E07D8}"/>
              </a:ext>
            </a:extLst>
          </p:cNvPr>
          <p:cNvSpPr>
            <a:spLocks noGrp="1"/>
          </p:cNvSpPr>
          <p:nvPr>
            <p:ph type="title"/>
          </p:nvPr>
        </p:nvSpPr>
        <p:spPr>
          <a:xfrm>
            <a:off x="952499" y="526777"/>
            <a:ext cx="10287001" cy="869089"/>
          </a:xfrm>
        </p:spPr>
        <p:txBody>
          <a:bodyPr lIns="0" tIns="0" rIns="0" bIns="0"/>
          <a:lstStyle>
            <a:lvl1pPr>
              <a:defRPr>
                <a:latin typeface="Roboto" panose="02000000000000000000" pitchFamily="2" charset="0"/>
                <a:ea typeface="Roboto" panose="02000000000000000000" pitchFamily="2"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E7D57D41-E534-4387-8837-F27E5C2408BD}"/>
              </a:ext>
            </a:extLst>
          </p:cNvPr>
          <p:cNvCxnSpPr>
            <a:cxnSpLocks/>
          </p:cNvCxnSpPr>
          <p:nvPr userDrawn="1"/>
        </p:nvCxnSpPr>
        <p:spPr>
          <a:xfrm>
            <a:off x="952498"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952500" y="1686758"/>
            <a:ext cx="10288587" cy="319591"/>
          </a:xfrm>
        </p:spPr>
        <p:txBody>
          <a:bodyPr lIns="0" tIns="0" rIns="0" bIns="0">
            <a:no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row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userDrawn="1">
            <p:ph idx="10" hasCustomPrompt="1"/>
          </p:nvPr>
        </p:nvSpPr>
        <p:spPr>
          <a:xfrm>
            <a:off x="952502" y="2120010"/>
            <a:ext cx="10288586" cy="75460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row text</a:t>
            </a:r>
          </a:p>
        </p:txBody>
      </p:sp>
      <p:cxnSp>
        <p:nvCxnSpPr>
          <p:cNvPr id="9" name="Straight Connector 8">
            <a:extLst>
              <a:ext uri="{FF2B5EF4-FFF2-40B4-BE49-F238E27FC236}">
                <a16:creationId xmlns:a16="http://schemas.microsoft.com/office/drawing/2014/main" id="{6FCD7C05-8E7C-4679-B83F-CDDB1BDA2031}"/>
              </a:ext>
            </a:extLst>
          </p:cNvPr>
          <p:cNvCxnSpPr/>
          <p:nvPr userDrawn="1"/>
        </p:nvCxnSpPr>
        <p:spPr>
          <a:xfrm>
            <a:off x="949325" y="3098307"/>
            <a:ext cx="10290176"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33" name="Content Placeholder 2">
            <a:extLst>
              <a:ext uri="{FF2B5EF4-FFF2-40B4-BE49-F238E27FC236}">
                <a16:creationId xmlns:a16="http://schemas.microsoft.com/office/drawing/2014/main" id="{6BC08D86-557A-4EB7-B2A4-0782689B99D1}"/>
              </a:ext>
            </a:extLst>
          </p:cNvPr>
          <p:cNvSpPr>
            <a:spLocks noGrp="1"/>
          </p:cNvSpPr>
          <p:nvPr>
            <p:ph idx="11" hasCustomPrompt="1"/>
          </p:nvPr>
        </p:nvSpPr>
        <p:spPr>
          <a:xfrm>
            <a:off x="952502" y="3291760"/>
            <a:ext cx="10288587" cy="328016"/>
          </a:xfrm>
        </p:spPr>
        <p:txBody>
          <a:bodyPr lIns="0" tIns="0" rIns="0" bIns="0">
            <a:no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row header</a:t>
            </a:r>
          </a:p>
        </p:txBody>
      </p:sp>
      <p:sp>
        <p:nvSpPr>
          <p:cNvPr id="35" name="Content Placeholder 2">
            <a:extLst>
              <a:ext uri="{FF2B5EF4-FFF2-40B4-BE49-F238E27FC236}">
                <a16:creationId xmlns:a16="http://schemas.microsoft.com/office/drawing/2014/main" id="{123E50C5-092D-4191-9A0B-F3C51561D562}"/>
              </a:ext>
            </a:extLst>
          </p:cNvPr>
          <p:cNvSpPr>
            <a:spLocks noGrp="1"/>
          </p:cNvSpPr>
          <p:nvPr>
            <p:ph idx="12" hasCustomPrompt="1"/>
          </p:nvPr>
        </p:nvSpPr>
        <p:spPr>
          <a:xfrm>
            <a:off x="952504" y="3725012"/>
            <a:ext cx="10288586" cy="644563"/>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row text</a:t>
            </a:r>
          </a:p>
        </p:txBody>
      </p:sp>
      <p:cxnSp>
        <p:nvCxnSpPr>
          <p:cNvPr id="32" name="Straight Connector 31">
            <a:extLst>
              <a:ext uri="{FF2B5EF4-FFF2-40B4-BE49-F238E27FC236}">
                <a16:creationId xmlns:a16="http://schemas.microsoft.com/office/drawing/2014/main" id="{3C85CAC7-8545-4ED7-8312-FBC92F7F9DA5}"/>
              </a:ext>
            </a:extLst>
          </p:cNvPr>
          <p:cNvCxnSpPr/>
          <p:nvPr userDrawn="1"/>
        </p:nvCxnSpPr>
        <p:spPr>
          <a:xfrm>
            <a:off x="950912" y="4520213"/>
            <a:ext cx="10290176"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36" name="Content Placeholder 2">
            <a:extLst>
              <a:ext uri="{FF2B5EF4-FFF2-40B4-BE49-F238E27FC236}">
                <a16:creationId xmlns:a16="http://schemas.microsoft.com/office/drawing/2014/main" id="{3E524A13-F71C-45F7-92E6-985C4CB9E331}"/>
              </a:ext>
            </a:extLst>
          </p:cNvPr>
          <p:cNvSpPr>
            <a:spLocks noGrp="1"/>
          </p:cNvSpPr>
          <p:nvPr>
            <p:ph idx="13" hasCustomPrompt="1"/>
          </p:nvPr>
        </p:nvSpPr>
        <p:spPr>
          <a:xfrm>
            <a:off x="952504" y="4753992"/>
            <a:ext cx="10288587" cy="319591"/>
          </a:xfrm>
        </p:spPr>
        <p:txBody>
          <a:bodyPr lIns="0" tIns="0" rIns="0" bIns="0">
            <a:no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row header</a:t>
            </a:r>
          </a:p>
        </p:txBody>
      </p:sp>
      <p:sp>
        <p:nvSpPr>
          <p:cNvPr id="37" name="Content Placeholder 2">
            <a:extLst>
              <a:ext uri="{FF2B5EF4-FFF2-40B4-BE49-F238E27FC236}">
                <a16:creationId xmlns:a16="http://schemas.microsoft.com/office/drawing/2014/main" id="{7CA7FF6D-951D-4682-9C40-A6BB36ABEA84}"/>
              </a:ext>
            </a:extLst>
          </p:cNvPr>
          <p:cNvSpPr>
            <a:spLocks noGrp="1"/>
          </p:cNvSpPr>
          <p:nvPr>
            <p:ph idx="14" hasCustomPrompt="1"/>
          </p:nvPr>
        </p:nvSpPr>
        <p:spPr>
          <a:xfrm>
            <a:off x="952506" y="5187244"/>
            <a:ext cx="10288586" cy="75460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row text</a:t>
            </a:r>
          </a:p>
        </p:txBody>
      </p:sp>
      <p:sp>
        <p:nvSpPr>
          <p:cNvPr id="15" name="Rectangle 14">
            <a:extLst>
              <a:ext uri="{FF2B5EF4-FFF2-40B4-BE49-F238E27FC236}">
                <a16:creationId xmlns:a16="http://schemas.microsoft.com/office/drawing/2014/main" id="{55E76717-4761-EC4B-BDB1-C130638E59C3}"/>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20" name="Picture 19" descr="The University of Iowa">
            <a:extLst>
              <a:ext uri="{FF2B5EF4-FFF2-40B4-BE49-F238E27FC236}">
                <a16:creationId xmlns:a16="http://schemas.microsoft.com/office/drawing/2014/main" id="{40242CE7-09BD-8143-AE27-4BF193790A81}"/>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16" name="Footer Placeholder 4">
            <a:extLst>
              <a:ext uri="{FF2B5EF4-FFF2-40B4-BE49-F238E27FC236}">
                <a16:creationId xmlns:a16="http://schemas.microsoft.com/office/drawing/2014/main" id="{AF415A2A-5C4A-BE45-8CAF-820EC97BED1D}"/>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0">
                <a:solidFill>
                  <a:schemeClr val="bg1"/>
                </a:solidFill>
              </a:defRPr>
            </a:lvl1pPr>
          </a:lstStyle>
          <a:p>
            <a:r>
              <a:rPr lang="en-US"/>
              <a:t>Insert-&gt;Header and Footer-&gt;Type Customizable Name</a:t>
            </a:r>
            <a:endParaRPr lang="en-US" b="0"/>
          </a:p>
        </p:txBody>
      </p:sp>
      <p:sp>
        <p:nvSpPr>
          <p:cNvPr id="2" name="Slide Number Placeholder 1">
            <a:extLst>
              <a:ext uri="{FF2B5EF4-FFF2-40B4-BE49-F238E27FC236}">
                <a16:creationId xmlns:a16="http://schemas.microsoft.com/office/drawing/2014/main" id="{A1CA7339-7939-E23B-1AB4-605809F53063}"/>
              </a:ext>
            </a:extLst>
          </p:cNvPr>
          <p:cNvSpPr>
            <a:spLocks noGrp="1"/>
          </p:cNvSpPr>
          <p:nvPr>
            <p:ph type="sldNum" sz="quarter" idx="15"/>
          </p:nvPr>
        </p:nvSpPr>
        <p:spPr/>
        <p:txBody>
          <a:bodyPr/>
          <a:lstStyle/>
          <a:p>
            <a:fld id="{C6684DFB-8BCD-4B6F-9AA1-83F3BA61DF41}" type="slidenum">
              <a:rPr lang="en-US" smtClean="0"/>
              <a:pPr/>
              <a:t>‹#›</a:t>
            </a:fld>
            <a:endParaRPr lang="en-US"/>
          </a:p>
        </p:txBody>
      </p:sp>
    </p:spTree>
    <p:extLst>
      <p:ext uri="{BB962C8B-B14F-4D97-AF65-F5344CB8AC3E}">
        <p14:creationId xmlns:p14="http://schemas.microsoft.com/office/powerpoint/2010/main" val="840878860"/>
      </p:ext>
    </p:extLst>
  </p:cSld>
  <p:clrMapOvr>
    <a:masterClrMapping/>
  </p:clrMapOvr>
  <p:extLst>
    <p:ext uri="{DCECCB84-F9BA-43D5-87BE-67443E8EF086}">
      <p15:sldGuideLst xmlns:p15="http://schemas.microsoft.com/office/powerpoint/2012/main">
        <p15:guide id="2" pos="598">
          <p15:clr>
            <a:srgbClr val="FBAE40"/>
          </p15:clr>
        </p15:guide>
        <p15:guide id="3" pos="7080">
          <p15:clr>
            <a:srgbClr val="FBAE40"/>
          </p15:clr>
        </p15:guide>
        <p15:guide id="4" pos="3840">
          <p15:clr>
            <a:srgbClr val="FBAE40"/>
          </p15:clr>
        </p15:guide>
        <p15:guide id="5" orient="horz" pos="1054" userDrawn="1">
          <p15:clr>
            <a:srgbClr val="FBAE40"/>
          </p15:clr>
        </p15:guide>
        <p15:guide id="6" orient="horz" pos="3744">
          <p15:clr>
            <a:srgbClr val="FBAE40"/>
          </p15:clr>
        </p15:guide>
        <p15:guide id="7" orient="horz" pos="697" userDrawn="1">
          <p15:clr>
            <a:srgbClr val="FBAE40"/>
          </p15:clr>
        </p15:guide>
        <p15:guide id="8" orient="horz" pos="240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x2 Grid Layout">
    <p:spTree>
      <p:nvGrpSpPr>
        <p:cNvPr id="1" name=""/>
        <p:cNvGrpSpPr/>
        <p:nvPr/>
      </p:nvGrpSpPr>
      <p:grpSpPr>
        <a:xfrm>
          <a:off x="0" y="0"/>
          <a:ext cx="0" cy="0"/>
          <a:chOff x="0" y="0"/>
          <a:chExt cx="0" cy="0"/>
        </a:xfrm>
      </p:grpSpPr>
      <p:sp>
        <p:nvSpPr>
          <p:cNvPr id="38" name="Title 1">
            <a:extLst>
              <a:ext uri="{FF2B5EF4-FFF2-40B4-BE49-F238E27FC236}">
                <a16:creationId xmlns:a16="http://schemas.microsoft.com/office/drawing/2014/main" id="{3A9A771B-4FFF-4EBF-A07A-0D6292AC2FE3}"/>
              </a:ext>
            </a:extLst>
          </p:cNvPr>
          <p:cNvSpPr>
            <a:spLocks noGrp="1"/>
          </p:cNvSpPr>
          <p:nvPr>
            <p:ph type="title"/>
          </p:nvPr>
        </p:nvSpPr>
        <p:spPr>
          <a:xfrm>
            <a:off x="952499" y="526777"/>
            <a:ext cx="10287001" cy="869089"/>
          </a:xfrm>
        </p:spPr>
        <p:txBody>
          <a:bodyPr lIns="0" tIns="0" rIns="0" bIns="0"/>
          <a:lstStyle>
            <a:lvl1pPr>
              <a:defRPr>
                <a:latin typeface="Roboto" panose="02000000000000000000" pitchFamily="2" charset="0"/>
                <a:ea typeface="Roboto" panose="02000000000000000000" pitchFamily="2"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E7D57D41-E534-4387-8837-F27E5C2408BD}"/>
              </a:ext>
            </a:extLst>
          </p:cNvPr>
          <p:cNvCxnSpPr>
            <a:cxnSpLocks/>
          </p:cNvCxnSpPr>
          <p:nvPr userDrawn="1"/>
        </p:nvCxnSpPr>
        <p:spPr>
          <a:xfrm>
            <a:off x="952498"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952501" y="1686758"/>
            <a:ext cx="4755838" cy="319591"/>
          </a:xfrm>
        </p:spPr>
        <p:txBody>
          <a:bodyPr lIns="0" tIns="0" rIns="0" bIns="0">
            <a:no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row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userDrawn="1">
            <p:ph idx="10" hasCustomPrompt="1"/>
          </p:nvPr>
        </p:nvSpPr>
        <p:spPr>
          <a:xfrm>
            <a:off x="952502" y="2120010"/>
            <a:ext cx="4755838" cy="75460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row text</a:t>
            </a:r>
          </a:p>
        </p:txBody>
      </p:sp>
      <p:cxnSp>
        <p:nvCxnSpPr>
          <p:cNvPr id="9" name="Straight Connector 8">
            <a:extLst>
              <a:ext uri="{FF2B5EF4-FFF2-40B4-BE49-F238E27FC236}">
                <a16:creationId xmlns:a16="http://schemas.microsoft.com/office/drawing/2014/main" id="{6FCD7C05-8E7C-4679-B83F-CDDB1BDA2031}"/>
              </a:ext>
            </a:extLst>
          </p:cNvPr>
          <p:cNvCxnSpPr/>
          <p:nvPr userDrawn="1"/>
        </p:nvCxnSpPr>
        <p:spPr>
          <a:xfrm>
            <a:off x="949325" y="3098307"/>
            <a:ext cx="10290176"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33" name="Content Placeholder 2">
            <a:extLst>
              <a:ext uri="{FF2B5EF4-FFF2-40B4-BE49-F238E27FC236}">
                <a16:creationId xmlns:a16="http://schemas.microsoft.com/office/drawing/2014/main" id="{6BC08D86-557A-4EB7-B2A4-0782689B99D1}"/>
              </a:ext>
            </a:extLst>
          </p:cNvPr>
          <p:cNvSpPr>
            <a:spLocks noGrp="1"/>
          </p:cNvSpPr>
          <p:nvPr>
            <p:ph idx="11" hasCustomPrompt="1"/>
          </p:nvPr>
        </p:nvSpPr>
        <p:spPr>
          <a:xfrm>
            <a:off x="952503" y="3291760"/>
            <a:ext cx="4755838" cy="328016"/>
          </a:xfrm>
        </p:spPr>
        <p:txBody>
          <a:bodyPr lIns="0" tIns="0" rIns="0" bIns="0">
            <a:no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row header</a:t>
            </a:r>
          </a:p>
        </p:txBody>
      </p:sp>
      <p:sp>
        <p:nvSpPr>
          <p:cNvPr id="35" name="Content Placeholder 2">
            <a:extLst>
              <a:ext uri="{FF2B5EF4-FFF2-40B4-BE49-F238E27FC236}">
                <a16:creationId xmlns:a16="http://schemas.microsoft.com/office/drawing/2014/main" id="{123E50C5-092D-4191-9A0B-F3C51561D562}"/>
              </a:ext>
            </a:extLst>
          </p:cNvPr>
          <p:cNvSpPr>
            <a:spLocks noGrp="1"/>
          </p:cNvSpPr>
          <p:nvPr>
            <p:ph idx="12" hasCustomPrompt="1"/>
          </p:nvPr>
        </p:nvSpPr>
        <p:spPr>
          <a:xfrm>
            <a:off x="952504" y="3725012"/>
            <a:ext cx="4755838" cy="644563"/>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row text</a:t>
            </a:r>
          </a:p>
        </p:txBody>
      </p:sp>
      <p:cxnSp>
        <p:nvCxnSpPr>
          <p:cNvPr id="32" name="Straight Connector 31">
            <a:extLst>
              <a:ext uri="{FF2B5EF4-FFF2-40B4-BE49-F238E27FC236}">
                <a16:creationId xmlns:a16="http://schemas.microsoft.com/office/drawing/2014/main" id="{3C85CAC7-8545-4ED7-8312-FBC92F7F9DA5}"/>
              </a:ext>
            </a:extLst>
          </p:cNvPr>
          <p:cNvCxnSpPr/>
          <p:nvPr userDrawn="1"/>
        </p:nvCxnSpPr>
        <p:spPr>
          <a:xfrm>
            <a:off x="950912" y="4520213"/>
            <a:ext cx="10290176"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36" name="Content Placeholder 2">
            <a:extLst>
              <a:ext uri="{FF2B5EF4-FFF2-40B4-BE49-F238E27FC236}">
                <a16:creationId xmlns:a16="http://schemas.microsoft.com/office/drawing/2014/main" id="{3E524A13-F71C-45F7-92E6-985C4CB9E331}"/>
              </a:ext>
            </a:extLst>
          </p:cNvPr>
          <p:cNvSpPr>
            <a:spLocks noGrp="1"/>
          </p:cNvSpPr>
          <p:nvPr>
            <p:ph idx="13" hasCustomPrompt="1"/>
          </p:nvPr>
        </p:nvSpPr>
        <p:spPr>
          <a:xfrm>
            <a:off x="952505" y="4753992"/>
            <a:ext cx="4755838" cy="319591"/>
          </a:xfrm>
        </p:spPr>
        <p:txBody>
          <a:bodyPr lIns="0" tIns="0" rIns="0" bIns="0">
            <a:no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row header</a:t>
            </a:r>
          </a:p>
        </p:txBody>
      </p:sp>
      <p:sp>
        <p:nvSpPr>
          <p:cNvPr id="37" name="Content Placeholder 2">
            <a:extLst>
              <a:ext uri="{FF2B5EF4-FFF2-40B4-BE49-F238E27FC236}">
                <a16:creationId xmlns:a16="http://schemas.microsoft.com/office/drawing/2014/main" id="{7CA7FF6D-951D-4682-9C40-A6BB36ABEA84}"/>
              </a:ext>
            </a:extLst>
          </p:cNvPr>
          <p:cNvSpPr>
            <a:spLocks noGrp="1"/>
          </p:cNvSpPr>
          <p:nvPr>
            <p:ph idx="14" hasCustomPrompt="1"/>
          </p:nvPr>
        </p:nvSpPr>
        <p:spPr>
          <a:xfrm>
            <a:off x="952506" y="5187244"/>
            <a:ext cx="4755838" cy="75460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row text</a:t>
            </a:r>
          </a:p>
        </p:txBody>
      </p:sp>
      <p:cxnSp>
        <p:nvCxnSpPr>
          <p:cNvPr id="28" name="Straight Connector 27">
            <a:extLst>
              <a:ext uri="{FF2B5EF4-FFF2-40B4-BE49-F238E27FC236}">
                <a16:creationId xmlns:a16="http://schemas.microsoft.com/office/drawing/2014/main" id="{AA23041F-D604-4688-B75A-90D37AFDDB0E}"/>
              </a:ext>
            </a:extLst>
          </p:cNvPr>
          <p:cNvCxnSpPr/>
          <p:nvPr userDrawn="1"/>
        </p:nvCxnSpPr>
        <p:spPr>
          <a:xfrm>
            <a:off x="6096000" y="1686758"/>
            <a:ext cx="0" cy="4293629"/>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2" name="Content Placeholder 2">
            <a:extLst>
              <a:ext uri="{FF2B5EF4-FFF2-40B4-BE49-F238E27FC236}">
                <a16:creationId xmlns:a16="http://schemas.microsoft.com/office/drawing/2014/main" id="{F7B91F83-8428-4E5A-9C88-17829B687B77}"/>
              </a:ext>
            </a:extLst>
          </p:cNvPr>
          <p:cNvSpPr>
            <a:spLocks noGrp="1"/>
          </p:cNvSpPr>
          <p:nvPr>
            <p:ph idx="15" hasCustomPrompt="1"/>
          </p:nvPr>
        </p:nvSpPr>
        <p:spPr>
          <a:xfrm>
            <a:off x="6483696" y="1688512"/>
            <a:ext cx="4755838" cy="319591"/>
          </a:xfrm>
        </p:spPr>
        <p:txBody>
          <a:bodyPr lIns="0" tIns="0" rIns="0" bIns="0">
            <a:no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row header</a:t>
            </a:r>
          </a:p>
        </p:txBody>
      </p:sp>
      <p:sp>
        <p:nvSpPr>
          <p:cNvPr id="23" name="Content Placeholder 2">
            <a:extLst>
              <a:ext uri="{FF2B5EF4-FFF2-40B4-BE49-F238E27FC236}">
                <a16:creationId xmlns:a16="http://schemas.microsoft.com/office/drawing/2014/main" id="{ADB1D581-6D4C-4716-AE96-DBB4F953B95C}"/>
              </a:ext>
            </a:extLst>
          </p:cNvPr>
          <p:cNvSpPr>
            <a:spLocks noGrp="1"/>
          </p:cNvSpPr>
          <p:nvPr>
            <p:ph idx="16" hasCustomPrompt="1"/>
          </p:nvPr>
        </p:nvSpPr>
        <p:spPr>
          <a:xfrm>
            <a:off x="6483697" y="2121764"/>
            <a:ext cx="4755838" cy="75460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row text</a:t>
            </a:r>
          </a:p>
        </p:txBody>
      </p:sp>
      <p:sp>
        <p:nvSpPr>
          <p:cNvPr id="24" name="Content Placeholder 2">
            <a:extLst>
              <a:ext uri="{FF2B5EF4-FFF2-40B4-BE49-F238E27FC236}">
                <a16:creationId xmlns:a16="http://schemas.microsoft.com/office/drawing/2014/main" id="{279BA4B0-A083-4A1F-9D3B-A041B59E7C22}"/>
              </a:ext>
            </a:extLst>
          </p:cNvPr>
          <p:cNvSpPr>
            <a:spLocks noGrp="1"/>
          </p:cNvSpPr>
          <p:nvPr>
            <p:ph idx="17" hasCustomPrompt="1"/>
          </p:nvPr>
        </p:nvSpPr>
        <p:spPr>
          <a:xfrm>
            <a:off x="6483698" y="3293514"/>
            <a:ext cx="4755838" cy="328016"/>
          </a:xfrm>
        </p:spPr>
        <p:txBody>
          <a:bodyPr lIns="0" tIns="0" rIns="0" bIns="0">
            <a:no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row header</a:t>
            </a:r>
          </a:p>
        </p:txBody>
      </p:sp>
      <p:sp>
        <p:nvSpPr>
          <p:cNvPr id="25" name="Content Placeholder 2">
            <a:extLst>
              <a:ext uri="{FF2B5EF4-FFF2-40B4-BE49-F238E27FC236}">
                <a16:creationId xmlns:a16="http://schemas.microsoft.com/office/drawing/2014/main" id="{8FDD4A4D-E1FC-4E83-A8AA-A324B6B0E441}"/>
              </a:ext>
            </a:extLst>
          </p:cNvPr>
          <p:cNvSpPr>
            <a:spLocks noGrp="1"/>
          </p:cNvSpPr>
          <p:nvPr>
            <p:ph idx="18" hasCustomPrompt="1"/>
          </p:nvPr>
        </p:nvSpPr>
        <p:spPr>
          <a:xfrm>
            <a:off x="6483699" y="3726766"/>
            <a:ext cx="4755838" cy="644563"/>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row text</a:t>
            </a:r>
          </a:p>
        </p:txBody>
      </p:sp>
      <p:sp>
        <p:nvSpPr>
          <p:cNvPr id="26" name="Content Placeholder 2">
            <a:extLst>
              <a:ext uri="{FF2B5EF4-FFF2-40B4-BE49-F238E27FC236}">
                <a16:creationId xmlns:a16="http://schemas.microsoft.com/office/drawing/2014/main" id="{DE8E7D5C-ACCB-47E6-A3F5-6F3F51A0F37F}"/>
              </a:ext>
            </a:extLst>
          </p:cNvPr>
          <p:cNvSpPr>
            <a:spLocks noGrp="1"/>
          </p:cNvSpPr>
          <p:nvPr>
            <p:ph idx="19" hasCustomPrompt="1"/>
          </p:nvPr>
        </p:nvSpPr>
        <p:spPr>
          <a:xfrm>
            <a:off x="6483700" y="4755746"/>
            <a:ext cx="4755838" cy="319591"/>
          </a:xfrm>
        </p:spPr>
        <p:txBody>
          <a:bodyPr lIns="0" tIns="0" rIns="0" bIns="0">
            <a:no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row header</a:t>
            </a:r>
          </a:p>
        </p:txBody>
      </p:sp>
      <p:sp>
        <p:nvSpPr>
          <p:cNvPr id="27" name="Content Placeholder 2">
            <a:extLst>
              <a:ext uri="{FF2B5EF4-FFF2-40B4-BE49-F238E27FC236}">
                <a16:creationId xmlns:a16="http://schemas.microsoft.com/office/drawing/2014/main" id="{659D9DC4-BB53-4441-9B74-84922B369948}"/>
              </a:ext>
            </a:extLst>
          </p:cNvPr>
          <p:cNvSpPr>
            <a:spLocks noGrp="1"/>
          </p:cNvSpPr>
          <p:nvPr>
            <p:ph idx="20" hasCustomPrompt="1"/>
          </p:nvPr>
        </p:nvSpPr>
        <p:spPr>
          <a:xfrm>
            <a:off x="6483701" y="5188998"/>
            <a:ext cx="4755838" cy="75460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row text</a:t>
            </a:r>
          </a:p>
        </p:txBody>
      </p:sp>
      <p:sp>
        <p:nvSpPr>
          <p:cNvPr id="29" name="Rectangle 28">
            <a:extLst>
              <a:ext uri="{FF2B5EF4-FFF2-40B4-BE49-F238E27FC236}">
                <a16:creationId xmlns:a16="http://schemas.microsoft.com/office/drawing/2014/main" id="{A774845D-2BF0-2740-9880-8D2B0EBB22B7}"/>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39" name="Picture 38" descr="The University of Iowa">
            <a:extLst>
              <a:ext uri="{FF2B5EF4-FFF2-40B4-BE49-F238E27FC236}">
                <a16:creationId xmlns:a16="http://schemas.microsoft.com/office/drawing/2014/main" id="{0BB6734F-670C-234F-9B83-4953BF83CF18}"/>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34" name="Footer Placeholder 4">
            <a:extLst>
              <a:ext uri="{FF2B5EF4-FFF2-40B4-BE49-F238E27FC236}">
                <a16:creationId xmlns:a16="http://schemas.microsoft.com/office/drawing/2014/main" id="{7695749F-B8A1-694A-8E96-E3DE4B0E92E9}"/>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0">
                <a:solidFill>
                  <a:schemeClr val="bg1"/>
                </a:solidFill>
              </a:defRPr>
            </a:lvl1pPr>
          </a:lstStyle>
          <a:p>
            <a:r>
              <a:rPr lang="en-US"/>
              <a:t>Insert-&gt;Header and Footer-&gt;Type Customizable Name</a:t>
            </a:r>
            <a:endParaRPr lang="en-US" b="0"/>
          </a:p>
        </p:txBody>
      </p:sp>
      <p:sp>
        <p:nvSpPr>
          <p:cNvPr id="2" name="Slide Number Placeholder 1">
            <a:extLst>
              <a:ext uri="{FF2B5EF4-FFF2-40B4-BE49-F238E27FC236}">
                <a16:creationId xmlns:a16="http://schemas.microsoft.com/office/drawing/2014/main" id="{3994544A-570C-586E-7EDE-44CFCEF04942}"/>
              </a:ext>
            </a:extLst>
          </p:cNvPr>
          <p:cNvSpPr>
            <a:spLocks noGrp="1"/>
          </p:cNvSpPr>
          <p:nvPr>
            <p:ph type="sldNum" sz="quarter" idx="21"/>
          </p:nvPr>
        </p:nvSpPr>
        <p:spPr/>
        <p:txBody>
          <a:bodyPr/>
          <a:lstStyle/>
          <a:p>
            <a:fld id="{C6684DFB-8BCD-4B6F-9AA1-83F3BA61DF41}" type="slidenum">
              <a:rPr lang="en-US" smtClean="0"/>
              <a:pPr/>
              <a:t>‹#›</a:t>
            </a:fld>
            <a:endParaRPr lang="en-US"/>
          </a:p>
        </p:txBody>
      </p:sp>
    </p:spTree>
    <p:extLst>
      <p:ext uri="{BB962C8B-B14F-4D97-AF65-F5344CB8AC3E}">
        <p14:creationId xmlns:p14="http://schemas.microsoft.com/office/powerpoint/2010/main" val="3435829950"/>
      </p:ext>
    </p:extLst>
  </p:cSld>
  <p:clrMapOvr>
    <a:masterClrMapping/>
  </p:clrMapOvr>
  <p:extLst>
    <p:ext uri="{DCECCB84-F9BA-43D5-87BE-67443E8EF086}">
      <p15:sldGuideLst xmlns:p15="http://schemas.microsoft.com/office/powerpoint/2012/main">
        <p15:guide id="2" pos="598">
          <p15:clr>
            <a:srgbClr val="FBAE40"/>
          </p15:clr>
        </p15:guide>
        <p15:guide id="3" pos="7080">
          <p15:clr>
            <a:srgbClr val="FBAE40"/>
          </p15:clr>
        </p15:guide>
        <p15:guide id="4" pos="3840">
          <p15:clr>
            <a:srgbClr val="FBAE40"/>
          </p15:clr>
        </p15:guide>
        <p15:guide id="5" orient="horz" pos="1054" userDrawn="1">
          <p15:clr>
            <a:srgbClr val="FBAE40"/>
          </p15:clr>
        </p15:guide>
        <p15:guide id="6" orient="horz" pos="3744">
          <p15:clr>
            <a:srgbClr val="FBAE40"/>
          </p15:clr>
        </p15:guide>
        <p15:guide id="7" orient="horz" pos="697" userDrawn="1">
          <p15:clr>
            <a:srgbClr val="FBAE40"/>
          </p15:clr>
        </p15:guide>
        <p15:guide id="8" orient="horz" pos="240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x2 Grid Layout">
    <p:spTree>
      <p:nvGrpSpPr>
        <p:cNvPr id="1" name=""/>
        <p:cNvGrpSpPr/>
        <p:nvPr/>
      </p:nvGrpSpPr>
      <p:grpSpPr>
        <a:xfrm>
          <a:off x="0" y="0"/>
          <a:ext cx="0" cy="0"/>
          <a:chOff x="0" y="0"/>
          <a:chExt cx="0" cy="0"/>
        </a:xfrm>
      </p:grpSpPr>
      <p:sp>
        <p:nvSpPr>
          <p:cNvPr id="38" name="Title 1">
            <a:extLst>
              <a:ext uri="{FF2B5EF4-FFF2-40B4-BE49-F238E27FC236}">
                <a16:creationId xmlns:a16="http://schemas.microsoft.com/office/drawing/2014/main" id="{31EE2C71-E6FD-4A5F-BC00-7290049C4471}"/>
              </a:ext>
            </a:extLst>
          </p:cNvPr>
          <p:cNvSpPr>
            <a:spLocks noGrp="1"/>
          </p:cNvSpPr>
          <p:nvPr>
            <p:ph type="title"/>
          </p:nvPr>
        </p:nvSpPr>
        <p:spPr>
          <a:xfrm>
            <a:off x="952499" y="526777"/>
            <a:ext cx="10287001" cy="869089"/>
          </a:xfrm>
        </p:spPr>
        <p:txBody>
          <a:bodyPr lIns="0" tIns="0" rIns="0" bIns="0"/>
          <a:lstStyle>
            <a:lvl1pPr>
              <a:defRPr>
                <a:latin typeface="Roboto" panose="02000000000000000000" pitchFamily="2" charset="0"/>
                <a:ea typeface="Roboto" panose="02000000000000000000" pitchFamily="2"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E7D57D41-E534-4387-8837-F27E5C2408BD}"/>
              </a:ext>
            </a:extLst>
          </p:cNvPr>
          <p:cNvCxnSpPr>
            <a:cxnSpLocks/>
          </p:cNvCxnSpPr>
          <p:nvPr userDrawn="1"/>
        </p:nvCxnSpPr>
        <p:spPr>
          <a:xfrm>
            <a:off x="952498"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952500" y="1686758"/>
            <a:ext cx="4772003" cy="319591"/>
          </a:xfrm>
        </p:spPr>
        <p:txBody>
          <a:bodyPr lIns="0" tIns="0" rIns="0" bIns="0">
            <a:no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row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userDrawn="1">
            <p:ph idx="10" hasCustomPrompt="1"/>
          </p:nvPr>
        </p:nvSpPr>
        <p:spPr>
          <a:xfrm>
            <a:off x="952502" y="2120010"/>
            <a:ext cx="4772003" cy="417141"/>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row text</a:t>
            </a:r>
          </a:p>
        </p:txBody>
      </p:sp>
      <p:cxnSp>
        <p:nvCxnSpPr>
          <p:cNvPr id="9" name="Straight Connector 8">
            <a:extLst>
              <a:ext uri="{FF2B5EF4-FFF2-40B4-BE49-F238E27FC236}">
                <a16:creationId xmlns:a16="http://schemas.microsoft.com/office/drawing/2014/main" id="{6FCD7C05-8E7C-4679-B83F-CDDB1BDA2031}"/>
              </a:ext>
            </a:extLst>
          </p:cNvPr>
          <p:cNvCxnSpPr/>
          <p:nvPr userDrawn="1"/>
        </p:nvCxnSpPr>
        <p:spPr>
          <a:xfrm>
            <a:off x="949325" y="2760956"/>
            <a:ext cx="10290176"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Content Placeholder 2">
            <a:extLst>
              <a:ext uri="{FF2B5EF4-FFF2-40B4-BE49-F238E27FC236}">
                <a16:creationId xmlns:a16="http://schemas.microsoft.com/office/drawing/2014/main" id="{5FC9698A-599E-4227-BA19-18EFBBF3E0DD}"/>
              </a:ext>
            </a:extLst>
          </p:cNvPr>
          <p:cNvSpPr>
            <a:spLocks noGrp="1"/>
          </p:cNvSpPr>
          <p:nvPr>
            <p:ph idx="11" hasCustomPrompt="1"/>
          </p:nvPr>
        </p:nvSpPr>
        <p:spPr>
          <a:xfrm>
            <a:off x="954094" y="2904080"/>
            <a:ext cx="4772003" cy="319591"/>
          </a:xfrm>
        </p:spPr>
        <p:txBody>
          <a:bodyPr lIns="0" tIns="0" rIns="0" bIns="0">
            <a:no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row header</a:t>
            </a:r>
          </a:p>
        </p:txBody>
      </p:sp>
      <p:sp>
        <p:nvSpPr>
          <p:cNvPr id="18" name="Content Placeholder 2">
            <a:extLst>
              <a:ext uri="{FF2B5EF4-FFF2-40B4-BE49-F238E27FC236}">
                <a16:creationId xmlns:a16="http://schemas.microsoft.com/office/drawing/2014/main" id="{C4B470A9-B821-4D01-8FB4-31DF303421A9}"/>
              </a:ext>
            </a:extLst>
          </p:cNvPr>
          <p:cNvSpPr>
            <a:spLocks noGrp="1"/>
          </p:cNvSpPr>
          <p:nvPr>
            <p:ph idx="12" hasCustomPrompt="1"/>
          </p:nvPr>
        </p:nvSpPr>
        <p:spPr>
          <a:xfrm>
            <a:off x="954096" y="3337333"/>
            <a:ext cx="4772003" cy="304911"/>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row text</a:t>
            </a:r>
          </a:p>
        </p:txBody>
      </p:sp>
      <p:cxnSp>
        <p:nvCxnSpPr>
          <p:cNvPr id="32" name="Straight Connector 31">
            <a:extLst>
              <a:ext uri="{FF2B5EF4-FFF2-40B4-BE49-F238E27FC236}">
                <a16:creationId xmlns:a16="http://schemas.microsoft.com/office/drawing/2014/main" id="{3C85CAC7-8545-4ED7-8312-FBC92F7F9DA5}"/>
              </a:ext>
            </a:extLst>
          </p:cNvPr>
          <p:cNvCxnSpPr/>
          <p:nvPr userDrawn="1"/>
        </p:nvCxnSpPr>
        <p:spPr>
          <a:xfrm>
            <a:off x="950912" y="3792244"/>
            <a:ext cx="10290176"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2" name="Content Placeholder 2">
            <a:extLst>
              <a:ext uri="{FF2B5EF4-FFF2-40B4-BE49-F238E27FC236}">
                <a16:creationId xmlns:a16="http://schemas.microsoft.com/office/drawing/2014/main" id="{0C507C81-6817-4069-BC84-0CE4705AE16C}"/>
              </a:ext>
            </a:extLst>
          </p:cNvPr>
          <p:cNvSpPr>
            <a:spLocks noGrp="1"/>
          </p:cNvSpPr>
          <p:nvPr>
            <p:ph idx="15" hasCustomPrompt="1"/>
          </p:nvPr>
        </p:nvSpPr>
        <p:spPr>
          <a:xfrm>
            <a:off x="954098" y="3970621"/>
            <a:ext cx="4772003" cy="319591"/>
          </a:xfrm>
        </p:spPr>
        <p:txBody>
          <a:bodyPr lIns="0" tIns="0" rIns="0" bIns="0">
            <a:no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row header</a:t>
            </a:r>
          </a:p>
        </p:txBody>
      </p:sp>
      <p:sp>
        <p:nvSpPr>
          <p:cNvPr id="23" name="Content Placeholder 2">
            <a:extLst>
              <a:ext uri="{FF2B5EF4-FFF2-40B4-BE49-F238E27FC236}">
                <a16:creationId xmlns:a16="http://schemas.microsoft.com/office/drawing/2014/main" id="{94103820-8C7A-497C-BCBA-2CFEB4549C83}"/>
              </a:ext>
            </a:extLst>
          </p:cNvPr>
          <p:cNvSpPr>
            <a:spLocks noGrp="1"/>
          </p:cNvSpPr>
          <p:nvPr>
            <p:ph idx="16" hasCustomPrompt="1"/>
          </p:nvPr>
        </p:nvSpPr>
        <p:spPr>
          <a:xfrm>
            <a:off x="954100" y="4403874"/>
            <a:ext cx="4772003" cy="31097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row text</a:t>
            </a:r>
          </a:p>
        </p:txBody>
      </p:sp>
      <p:cxnSp>
        <p:nvCxnSpPr>
          <p:cNvPr id="16" name="Straight Connector 15">
            <a:extLst>
              <a:ext uri="{FF2B5EF4-FFF2-40B4-BE49-F238E27FC236}">
                <a16:creationId xmlns:a16="http://schemas.microsoft.com/office/drawing/2014/main" id="{1F1CE437-6AD8-4170-8DC8-66894266CE06}"/>
              </a:ext>
            </a:extLst>
          </p:cNvPr>
          <p:cNvCxnSpPr/>
          <p:nvPr userDrawn="1"/>
        </p:nvCxnSpPr>
        <p:spPr>
          <a:xfrm>
            <a:off x="952506" y="4885677"/>
            <a:ext cx="10290176"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0C02F409-DCF5-4241-BB5E-6E37CC8D3518}"/>
              </a:ext>
            </a:extLst>
          </p:cNvPr>
          <p:cNvSpPr>
            <a:spLocks noGrp="1"/>
          </p:cNvSpPr>
          <p:nvPr>
            <p:ph idx="13" hasCustomPrompt="1"/>
          </p:nvPr>
        </p:nvSpPr>
        <p:spPr>
          <a:xfrm>
            <a:off x="954096" y="5089029"/>
            <a:ext cx="4772003" cy="319591"/>
          </a:xfrm>
        </p:spPr>
        <p:txBody>
          <a:bodyPr lIns="0" tIns="0" rIns="0" bIns="0">
            <a:no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row header</a:t>
            </a:r>
          </a:p>
        </p:txBody>
      </p:sp>
      <p:sp>
        <p:nvSpPr>
          <p:cNvPr id="20" name="Content Placeholder 2">
            <a:extLst>
              <a:ext uri="{FF2B5EF4-FFF2-40B4-BE49-F238E27FC236}">
                <a16:creationId xmlns:a16="http://schemas.microsoft.com/office/drawing/2014/main" id="{2AC426E8-7005-475F-BC32-B5F0BA7A8A4C}"/>
              </a:ext>
            </a:extLst>
          </p:cNvPr>
          <p:cNvSpPr>
            <a:spLocks noGrp="1"/>
          </p:cNvSpPr>
          <p:nvPr>
            <p:ph idx="14" hasCustomPrompt="1"/>
          </p:nvPr>
        </p:nvSpPr>
        <p:spPr>
          <a:xfrm>
            <a:off x="954098" y="5522281"/>
            <a:ext cx="4772003" cy="417141"/>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row text</a:t>
            </a:r>
          </a:p>
        </p:txBody>
      </p:sp>
      <p:cxnSp>
        <p:nvCxnSpPr>
          <p:cNvPr id="34" name="Straight Connector 33">
            <a:extLst>
              <a:ext uri="{FF2B5EF4-FFF2-40B4-BE49-F238E27FC236}">
                <a16:creationId xmlns:a16="http://schemas.microsoft.com/office/drawing/2014/main" id="{8222804C-AFDD-4E8C-BFDC-31326A2127FA}"/>
              </a:ext>
            </a:extLst>
          </p:cNvPr>
          <p:cNvCxnSpPr/>
          <p:nvPr userDrawn="1"/>
        </p:nvCxnSpPr>
        <p:spPr>
          <a:xfrm>
            <a:off x="6096000" y="1686758"/>
            <a:ext cx="0" cy="4293629"/>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4" name="Content Placeholder 2">
            <a:extLst>
              <a:ext uri="{FF2B5EF4-FFF2-40B4-BE49-F238E27FC236}">
                <a16:creationId xmlns:a16="http://schemas.microsoft.com/office/drawing/2014/main" id="{66342B0E-1F8B-4D4C-ABA7-E43BC2B3F4AE}"/>
              </a:ext>
            </a:extLst>
          </p:cNvPr>
          <p:cNvSpPr>
            <a:spLocks noGrp="1"/>
          </p:cNvSpPr>
          <p:nvPr>
            <p:ph idx="17" hasCustomPrompt="1"/>
          </p:nvPr>
        </p:nvSpPr>
        <p:spPr>
          <a:xfrm>
            <a:off x="6467495" y="1688232"/>
            <a:ext cx="4772003" cy="319591"/>
          </a:xfrm>
        </p:spPr>
        <p:txBody>
          <a:bodyPr lIns="0" tIns="0" rIns="0" bIns="0">
            <a:no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row header</a:t>
            </a:r>
          </a:p>
        </p:txBody>
      </p:sp>
      <p:sp>
        <p:nvSpPr>
          <p:cNvPr id="25" name="Content Placeholder 2">
            <a:extLst>
              <a:ext uri="{FF2B5EF4-FFF2-40B4-BE49-F238E27FC236}">
                <a16:creationId xmlns:a16="http://schemas.microsoft.com/office/drawing/2014/main" id="{FCF3285B-83DB-4917-9F24-EC0C964DE403}"/>
              </a:ext>
            </a:extLst>
          </p:cNvPr>
          <p:cNvSpPr>
            <a:spLocks noGrp="1"/>
          </p:cNvSpPr>
          <p:nvPr>
            <p:ph idx="18" hasCustomPrompt="1"/>
          </p:nvPr>
        </p:nvSpPr>
        <p:spPr>
          <a:xfrm>
            <a:off x="6467497" y="2121484"/>
            <a:ext cx="4772003" cy="417141"/>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row text</a:t>
            </a:r>
          </a:p>
        </p:txBody>
      </p:sp>
      <p:sp>
        <p:nvSpPr>
          <p:cNvPr id="26" name="Content Placeholder 2">
            <a:extLst>
              <a:ext uri="{FF2B5EF4-FFF2-40B4-BE49-F238E27FC236}">
                <a16:creationId xmlns:a16="http://schemas.microsoft.com/office/drawing/2014/main" id="{8C88D8B1-0044-4EC5-B4CD-DB1095F378A4}"/>
              </a:ext>
            </a:extLst>
          </p:cNvPr>
          <p:cNvSpPr>
            <a:spLocks noGrp="1"/>
          </p:cNvSpPr>
          <p:nvPr>
            <p:ph idx="19" hasCustomPrompt="1"/>
          </p:nvPr>
        </p:nvSpPr>
        <p:spPr>
          <a:xfrm>
            <a:off x="6469089" y="2905554"/>
            <a:ext cx="4772003" cy="319591"/>
          </a:xfrm>
        </p:spPr>
        <p:txBody>
          <a:bodyPr lIns="0" tIns="0" rIns="0" bIns="0">
            <a:no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row header</a:t>
            </a:r>
          </a:p>
        </p:txBody>
      </p:sp>
      <p:sp>
        <p:nvSpPr>
          <p:cNvPr id="27" name="Content Placeholder 2">
            <a:extLst>
              <a:ext uri="{FF2B5EF4-FFF2-40B4-BE49-F238E27FC236}">
                <a16:creationId xmlns:a16="http://schemas.microsoft.com/office/drawing/2014/main" id="{9F6100E2-DAE8-4111-AF37-8909AA389FC1}"/>
              </a:ext>
            </a:extLst>
          </p:cNvPr>
          <p:cNvSpPr>
            <a:spLocks noGrp="1"/>
          </p:cNvSpPr>
          <p:nvPr>
            <p:ph idx="20" hasCustomPrompt="1"/>
          </p:nvPr>
        </p:nvSpPr>
        <p:spPr>
          <a:xfrm>
            <a:off x="6469091" y="3338807"/>
            <a:ext cx="4772003" cy="304911"/>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row text</a:t>
            </a:r>
          </a:p>
        </p:txBody>
      </p:sp>
      <p:sp>
        <p:nvSpPr>
          <p:cNvPr id="30" name="Content Placeholder 2">
            <a:extLst>
              <a:ext uri="{FF2B5EF4-FFF2-40B4-BE49-F238E27FC236}">
                <a16:creationId xmlns:a16="http://schemas.microsoft.com/office/drawing/2014/main" id="{C0B1E9EC-56B4-4514-B189-24BD47F549F3}"/>
              </a:ext>
            </a:extLst>
          </p:cNvPr>
          <p:cNvSpPr>
            <a:spLocks noGrp="1"/>
          </p:cNvSpPr>
          <p:nvPr>
            <p:ph idx="23" hasCustomPrompt="1"/>
          </p:nvPr>
        </p:nvSpPr>
        <p:spPr>
          <a:xfrm>
            <a:off x="6469093" y="3972095"/>
            <a:ext cx="4772003" cy="319591"/>
          </a:xfrm>
        </p:spPr>
        <p:txBody>
          <a:bodyPr lIns="0" tIns="0" rIns="0" bIns="0">
            <a:no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row header</a:t>
            </a:r>
          </a:p>
        </p:txBody>
      </p:sp>
      <p:sp>
        <p:nvSpPr>
          <p:cNvPr id="31" name="Content Placeholder 2">
            <a:extLst>
              <a:ext uri="{FF2B5EF4-FFF2-40B4-BE49-F238E27FC236}">
                <a16:creationId xmlns:a16="http://schemas.microsoft.com/office/drawing/2014/main" id="{F685484E-408B-4771-9259-BAAC2A6E6017}"/>
              </a:ext>
            </a:extLst>
          </p:cNvPr>
          <p:cNvSpPr>
            <a:spLocks noGrp="1"/>
          </p:cNvSpPr>
          <p:nvPr>
            <p:ph idx="24" hasCustomPrompt="1"/>
          </p:nvPr>
        </p:nvSpPr>
        <p:spPr>
          <a:xfrm>
            <a:off x="6469095" y="4405348"/>
            <a:ext cx="4772003" cy="31097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row text</a:t>
            </a:r>
          </a:p>
        </p:txBody>
      </p:sp>
      <p:sp>
        <p:nvSpPr>
          <p:cNvPr id="28" name="Content Placeholder 2">
            <a:extLst>
              <a:ext uri="{FF2B5EF4-FFF2-40B4-BE49-F238E27FC236}">
                <a16:creationId xmlns:a16="http://schemas.microsoft.com/office/drawing/2014/main" id="{0EE05AF1-1486-45F2-B87D-2AE555B8D1CB}"/>
              </a:ext>
            </a:extLst>
          </p:cNvPr>
          <p:cNvSpPr>
            <a:spLocks noGrp="1"/>
          </p:cNvSpPr>
          <p:nvPr>
            <p:ph idx="21" hasCustomPrompt="1"/>
          </p:nvPr>
        </p:nvSpPr>
        <p:spPr>
          <a:xfrm>
            <a:off x="6469091" y="5090503"/>
            <a:ext cx="4772003" cy="319591"/>
          </a:xfrm>
        </p:spPr>
        <p:txBody>
          <a:bodyPr lIns="0" tIns="0" rIns="0" bIns="0">
            <a:no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row header</a:t>
            </a:r>
          </a:p>
        </p:txBody>
      </p:sp>
      <p:sp>
        <p:nvSpPr>
          <p:cNvPr id="29" name="Content Placeholder 2">
            <a:extLst>
              <a:ext uri="{FF2B5EF4-FFF2-40B4-BE49-F238E27FC236}">
                <a16:creationId xmlns:a16="http://schemas.microsoft.com/office/drawing/2014/main" id="{52C4B0E5-3C7E-4BC2-AA92-4156C26C91FF}"/>
              </a:ext>
            </a:extLst>
          </p:cNvPr>
          <p:cNvSpPr>
            <a:spLocks noGrp="1"/>
          </p:cNvSpPr>
          <p:nvPr>
            <p:ph idx="22" hasCustomPrompt="1"/>
          </p:nvPr>
        </p:nvSpPr>
        <p:spPr>
          <a:xfrm>
            <a:off x="6469093" y="5523755"/>
            <a:ext cx="4772003" cy="417141"/>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row text</a:t>
            </a:r>
          </a:p>
        </p:txBody>
      </p:sp>
      <p:sp>
        <p:nvSpPr>
          <p:cNvPr id="33" name="Rectangle 32">
            <a:extLst>
              <a:ext uri="{FF2B5EF4-FFF2-40B4-BE49-F238E27FC236}">
                <a16:creationId xmlns:a16="http://schemas.microsoft.com/office/drawing/2014/main" id="{A5480C56-313A-5C4D-A02B-5C10621A5061}"/>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39" name="Picture 38" descr="The University of Iowa">
            <a:extLst>
              <a:ext uri="{FF2B5EF4-FFF2-40B4-BE49-F238E27FC236}">
                <a16:creationId xmlns:a16="http://schemas.microsoft.com/office/drawing/2014/main" id="{58CA1799-4AEA-D247-8458-F8440E403067}"/>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37" name="Footer Placeholder 4">
            <a:extLst>
              <a:ext uri="{FF2B5EF4-FFF2-40B4-BE49-F238E27FC236}">
                <a16:creationId xmlns:a16="http://schemas.microsoft.com/office/drawing/2014/main" id="{FFD2AE71-6126-9A49-BF5D-602677416553}"/>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0">
                <a:solidFill>
                  <a:schemeClr val="bg1"/>
                </a:solidFill>
              </a:defRPr>
            </a:lvl1pPr>
          </a:lstStyle>
          <a:p>
            <a:r>
              <a:rPr lang="en-US"/>
              <a:t>Insert-&gt;Header and Footer-&gt;Type Customizable Name</a:t>
            </a:r>
            <a:endParaRPr lang="en-US" b="0"/>
          </a:p>
        </p:txBody>
      </p:sp>
      <p:sp>
        <p:nvSpPr>
          <p:cNvPr id="2" name="Slide Number Placeholder 1">
            <a:extLst>
              <a:ext uri="{FF2B5EF4-FFF2-40B4-BE49-F238E27FC236}">
                <a16:creationId xmlns:a16="http://schemas.microsoft.com/office/drawing/2014/main" id="{58FBCDAA-5C9D-8BFB-2A94-1926B13A23D5}"/>
              </a:ext>
            </a:extLst>
          </p:cNvPr>
          <p:cNvSpPr>
            <a:spLocks noGrp="1"/>
          </p:cNvSpPr>
          <p:nvPr>
            <p:ph type="sldNum" sz="quarter" idx="25"/>
          </p:nvPr>
        </p:nvSpPr>
        <p:spPr/>
        <p:txBody>
          <a:bodyPr/>
          <a:lstStyle/>
          <a:p>
            <a:fld id="{C6684DFB-8BCD-4B6F-9AA1-83F3BA61DF41}" type="slidenum">
              <a:rPr lang="en-US" smtClean="0"/>
              <a:pPr/>
              <a:t>‹#›</a:t>
            </a:fld>
            <a:endParaRPr lang="en-US"/>
          </a:p>
        </p:txBody>
      </p:sp>
    </p:spTree>
    <p:extLst>
      <p:ext uri="{BB962C8B-B14F-4D97-AF65-F5344CB8AC3E}">
        <p14:creationId xmlns:p14="http://schemas.microsoft.com/office/powerpoint/2010/main" val="868536204"/>
      </p:ext>
    </p:extLst>
  </p:cSld>
  <p:clrMapOvr>
    <a:masterClrMapping/>
  </p:clrMapOvr>
  <p:extLst>
    <p:ext uri="{DCECCB84-F9BA-43D5-87BE-67443E8EF086}">
      <p15:sldGuideLst xmlns:p15="http://schemas.microsoft.com/office/powerpoint/2012/main">
        <p15:guide id="2" pos="598">
          <p15:clr>
            <a:srgbClr val="FBAE40"/>
          </p15:clr>
        </p15:guide>
        <p15:guide id="3" pos="7080">
          <p15:clr>
            <a:srgbClr val="FBAE40"/>
          </p15:clr>
        </p15:guide>
        <p15:guide id="4" pos="3840">
          <p15:clr>
            <a:srgbClr val="FBAE40"/>
          </p15:clr>
        </p15:guide>
        <p15:guide id="5" orient="horz" pos="1054" userDrawn="1">
          <p15:clr>
            <a:srgbClr val="FBAE40"/>
          </p15:clr>
        </p15:guide>
        <p15:guide id="6" orient="horz" pos="3744">
          <p15:clr>
            <a:srgbClr val="FBAE40"/>
          </p15:clr>
        </p15:guide>
        <p15:guide id="7" orient="horz" pos="697" userDrawn="1">
          <p15:clr>
            <a:srgbClr val="FBAE40"/>
          </p15:clr>
        </p15:guide>
        <p15:guide id="8" orient="horz" pos="240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x2 Grid Layout">
    <p:spTree>
      <p:nvGrpSpPr>
        <p:cNvPr id="1" name=""/>
        <p:cNvGrpSpPr/>
        <p:nvPr/>
      </p:nvGrpSpPr>
      <p:grpSpPr>
        <a:xfrm>
          <a:off x="0" y="0"/>
          <a:ext cx="0" cy="0"/>
          <a:chOff x="0" y="0"/>
          <a:chExt cx="0" cy="0"/>
        </a:xfrm>
      </p:grpSpPr>
      <p:sp>
        <p:nvSpPr>
          <p:cNvPr id="29" name="Title 1">
            <a:extLst>
              <a:ext uri="{FF2B5EF4-FFF2-40B4-BE49-F238E27FC236}">
                <a16:creationId xmlns:a16="http://schemas.microsoft.com/office/drawing/2014/main" id="{F947D672-DDE7-4F36-B79C-4245C5D115ED}"/>
              </a:ext>
            </a:extLst>
          </p:cNvPr>
          <p:cNvSpPr>
            <a:spLocks noGrp="1"/>
          </p:cNvSpPr>
          <p:nvPr>
            <p:ph type="title"/>
          </p:nvPr>
        </p:nvSpPr>
        <p:spPr>
          <a:xfrm>
            <a:off x="952499" y="526777"/>
            <a:ext cx="10287001" cy="869089"/>
          </a:xfrm>
        </p:spPr>
        <p:txBody>
          <a:bodyPr lIns="0" tIns="0" rIns="0" bIns="0"/>
          <a:lstStyle>
            <a:lvl1pPr>
              <a:defRPr>
                <a:latin typeface="Roboto" panose="02000000000000000000" pitchFamily="2" charset="0"/>
                <a:ea typeface="Roboto" panose="02000000000000000000" pitchFamily="2"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E7D57D41-E534-4387-8837-F27E5C2408BD}"/>
              </a:ext>
            </a:extLst>
          </p:cNvPr>
          <p:cNvCxnSpPr>
            <a:cxnSpLocks/>
          </p:cNvCxnSpPr>
          <p:nvPr userDrawn="1"/>
        </p:nvCxnSpPr>
        <p:spPr>
          <a:xfrm>
            <a:off x="952498"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952500" y="1686758"/>
            <a:ext cx="4800224" cy="374036"/>
          </a:xfrm>
        </p:spPr>
        <p:txBody>
          <a:bodyPr lIns="0" tIns="0" rIns="0" bIns="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p:ph idx="10" hasCustomPrompt="1"/>
          </p:nvPr>
        </p:nvSpPr>
        <p:spPr>
          <a:xfrm>
            <a:off x="952501" y="2238480"/>
            <a:ext cx="4800219" cy="1200572"/>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text</a:t>
            </a:r>
          </a:p>
        </p:txBody>
      </p:sp>
      <p:cxnSp>
        <p:nvCxnSpPr>
          <p:cNvPr id="8" name="Straight Connector 7">
            <a:extLst>
              <a:ext uri="{FF2B5EF4-FFF2-40B4-BE49-F238E27FC236}">
                <a16:creationId xmlns:a16="http://schemas.microsoft.com/office/drawing/2014/main" id="{69FB9F7B-CC85-4936-BE2A-DF6B8BF46018}"/>
              </a:ext>
            </a:extLst>
          </p:cNvPr>
          <p:cNvCxnSpPr/>
          <p:nvPr userDrawn="1"/>
        </p:nvCxnSpPr>
        <p:spPr>
          <a:xfrm>
            <a:off x="949325" y="3790765"/>
            <a:ext cx="10290176"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3" name="Content Placeholder 2">
            <a:extLst>
              <a:ext uri="{FF2B5EF4-FFF2-40B4-BE49-F238E27FC236}">
                <a16:creationId xmlns:a16="http://schemas.microsoft.com/office/drawing/2014/main" id="{FDFA8ABE-0B6C-4930-94A9-A2BB4166E51F}"/>
              </a:ext>
            </a:extLst>
          </p:cNvPr>
          <p:cNvSpPr>
            <a:spLocks noGrp="1"/>
          </p:cNvSpPr>
          <p:nvPr>
            <p:ph idx="17" hasCustomPrompt="1"/>
          </p:nvPr>
        </p:nvSpPr>
        <p:spPr>
          <a:xfrm>
            <a:off x="958052" y="4209907"/>
            <a:ext cx="4800224" cy="374036"/>
          </a:xfrm>
        </p:spPr>
        <p:txBody>
          <a:bodyPr lIns="0" tIns="0" rIns="0" bIns="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header</a:t>
            </a:r>
          </a:p>
        </p:txBody>
      </p:sp>
      <p:sp>
        <p:nvSpPr>
          <p:cNvPr id="24" name="Content Placeholder 2">
            <a:extLst>
              <a:ext uri="{FF2B5EF4-FFF2-40B4-BE49-F238E27FC236}">
                <a16:creationId xmlns:a16="http://schemas.microsoft.com/office/drawing/2014/main" id="{47E91DB8-4856-4AED-8362-60627F681EE8}"/>
              </a:ext>
            </a:extLst>
          </p:cNvPr>
          <p:cNvSpPr>
            <a:spLocks noGrp="1"/>
          </p:cNvSpPr>
          <p:nvPr>
            <p:ph idx="18" hasCustomPrompt="1"/>
          </p:nvPr>
        </p:nvSpPr>
        <p:spPr>
          <a:xfrm>
            <a:off x="958053" y="4761629"/>
            <a:ext cx="4800219" cy="1181971"/>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text</a:t>
            </a:r>
          </a:p>
        </p:txBody>
      </p:sp>
      <p:cxnSp>
        <p:nvCxnSpPr>
          <p:cNvPr id="22" name="Straight Connector 21">
            <a:extLst>
              <a:ext uri="{FF2B5EF4-FFF2-40B4-BE49-F238E27FC236}">
                <a16:creationId xmlns:a16="http://schemas.microsoft.com/office/drawing/2014/main" id="{CEF932C4-F1C3-47F2-84B8-FEC885C1843C}"/>
              </a:ext>
            </a:extLst>
          </p:cNvPr>
          <p:cNvCxnSpPr>
            <a:cxnSpLocks/>
          </p:cNvCxnSpPr>
          <p:nvPr userDrawn="1"/>
        </p:nvCxnSpPr>
        <p:spPr>
          <a:xfrm>
            <a:off x="6096000" y="1679384"/>
            <a:ext cx="0" cy="4272765"/>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A07502CC-5B90-4BCF-B63B-36D026C9AE96}"/>
              </a:ext>
            </a:extLst>
          </p:cNvPr>
          <p:cNvSpPr>
            <a:spLocks noGrp="1"/>
          </p:cNvSpPr>
          <p:nvPr>
            <p:ph idx="15" hasCustomPrompt="1"/>
          </p:nvPr>
        </p:nvSpPr>
        <p:spPr>
          <a:xfrm>
            <a:off x="6433724" y="1676706"/>
            <a:ext cx="4800224" cy="374036"/>
          </a:xfrm>
        </p:spPr>
        <p:txBody>
          <a:bodyPr lIns="0" tIns="0" rIns="0" bIns="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header</a:t>
            </a:r>
          </a:p>
        </p:txBody>
      </p:sp>
      <p:sp>
        <p:nvSpPr>
          <p:cNvPr id="20" name="Content Placeholder 2">
            <a:extLst>
              <a:ext uri="{FF2B5EF4-FFF2-40B4-BE49-F238E27FC236}">
                <a16:creationId xmlns:a16="http://schemas.microsoft.com/office/drawing/2014/main" id="{F169EF16-BA54-4279-A087-A65E4F26675F}"/>
              </a:ext>
            </a:extLst>
          </p:cNvPr>
          <p:cNvSpPr>
            <a:spLocks noGrp="1"/>
          </p:cNvSpPr>
          <p:nvPr>
            <p:ph idx="16" hasCustomPrompt="1"/>
          </p:nvPr>
        </p:nvSpPr>
        <p:spPr>
          <a:xfrm>
            <a:off x="6433725" y="2228428"/>
            <a:ext cx="4800224" cy="1200572"/>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text</a:t>
            </a:r>
          </a:p>
        </p:txBody>
      </p:sp>
      <p:sp>
        <p:nvSpPr>
          <p:cNvPr id="25" name="Content Placeholder 2">
            <a:extLst>
              <a:ext uri="{FF2B5EF4-FFF2-40B4-BE49-F238E27FC236}">
                <a16:creationId xmlns:a16="http://schemas.microsoft.com/office/drawing/2014/main" id="{76BD4A33-C7CC-4380-A2BB-ECC6C2FB7225}"/>
              </a:ext>
            </a:extLst>
          </p:cNvPr>
          <p:cNvSpPr>
            <a:spLocks noGrp="1"/>
          </p:cNvSpPr>
          <p:nvPr>
            <p:ph idx="19" hasCustomPrompt="1"/>
          </p:nvPr>
        </p:nvSpPr>
        <p:spPr>
          <a:xfrm>
            <a:off x="6439276" y="4199855"/>
            <a:ext cx="4800224" cy="374036"/>
          </a:xfrm>
        </p:spPr>
        <p:txBody>
          <a:bodyPr lIns="0" tIns="0" rIns="0" bIns="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header</a:t>
            </a:r>
          </a:p>
        </p:txBody>
      </p:sp>
      <p:sp>
        <p:nvSpPr>
          <p:cNvPr id="26" name="Content Placeholder 2">
            <a:extLst>
              <a:ext uri="{FF2B5EF4-FFF2-40B4-BE49-F238E27FC236}">
                <a16:creationId xmlns:a16="http://schemas.microsoft.com/office/drawing/2014/main" id="{4CD0BB64-6643-42CE-AFE7-372305F21233}"/>
              </a:ext>
            </a:extLst>
          </p:cNvPr>
          <p:cNvSpPr>
            <a:spLocks noGrp="1"/>
          </p:cNvSpPr>
          <p:nvPr>
            <p:ph idx="20" hasCustomPrompt="1"/>
          </p:nvPr>
        </p:nvSpPr>
        <p:spPr>
          <a:xfrm>
            <a:off x="6439277" y="4751577"/>
            <a:ext cx="4800224" cy="1200572"/>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text</a:t>
            </a:r>
          </a:p>
        </p:txBody>
      </p:sp>
      <p:sp>
        <p:nvSpPr>
          <p:cNvPr id="21" name="Rectangle 20">
            <a:extLst>
              <a:ext uri="{FF2B5EF4-FFF2-40B4-BE49-F238E27FC236}">
                <a16:creationId xmlns:a16="http://schemas.microsoft.com/office/drawing/2014/main" id="{D8D606F0-071A-A842-B316-9BEBD143AC36}"/>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28" name="Picture 27" descr="The University of Iowa">
            <a:extLst>
              <a:ext uri="{FF2B5EF4-FFF2-40B4-BE49-F238E27FC236}">
                <a16:creationId xmlns:a16="http://schemas.microsoft.com/office/drawing/2014/main" id="{9AAD4B2F-0082-B749-BE09-2EC20A6C430D}"/>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27" name="Footer Placeholder 4">
            <a:extLst>
              <a:ext uri="{FF2B5EF4-FFF2-40B4-BE49-F238E27FC236}">
                <a16:creationId xmlns:a16="http://schemas.microsoft.com/office/drawing/2014/main" id="{BD920E71-4E45-E74F-B01A-DC16C3B807E1}"/>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0">
                <a:solidFill>
                  <a:schemeClr val="bg1"/>
                </a:solidFill>
              </a:defRPr>
            </a:lvl1pPr>
          </a:lstStyle>
          <a:p>
            <a:r>
              <a:rPr lang="en-US"/>
              <a:t>Insert-&gt;Header and Footer-&gt;Type Customizable Name</a:t>
            </a:r>
            <a:endParaRPr lang="en-US" b="0"/>
          </a:p>
        </p:txBody>
      </p:sp>
      <p:sp>
        <p:nvSpPr>
          <p:cNvPr id="2" name="Slide Number Placeholder 1">
            <a:extLst>
              <a:ext uri="{FF2B5EF4-FFF2-40B4-BE49-F238E27FC236}">
                <a16:creationId xmlns:a16="http://schemas.microsoft.com/office/drawing/2014/main" id="{8F8759E5-A182-A437-FFD7-EED0D4133D38}"/>
              </a:ext>
            </a:extLst>
          </p:cNvPr>
          <p:cNvSpPr>
            <a:spLocks noGrp="1"/>
          </p:cNvSpPr>
          <p:nvPr>
            <p:ph type="sldNum" sz="quarter" idx="21"/>
          </p:nvPr>
        </p:nvSpPr>
        <p:spPr/>
        <p:txBody>
          <a:bodyPr/>
          <a:lstStyle/>
          <a:p>
            <a:fld id="{C6684DFB-8BCD-4B6F-9AA1-83F3BA61DF41}" type="slidenum">
              <a:rPr lang="en-US" smtClean="0"/>
              <a:pPr/>
              <a:t>‹#›</a:t>
            </a:fld>
            <a:endParaRPr lang="en-US"/>
          </a:p>
        </p:txBody>
      </p:sp>
    </p:spTree>
    <p:extLst>
      <p:ext uri="{BB962C8B-B14F-4D97-AF65-F5344CB8AC3E}">
        <p14:creationId xmlns:p14="http://schemas.microsoft.com/office/powerpoint/2010/main" val="748418329"/>
      </p:ext>
    </p:extLst>
  </p:cSld>
  <p:clrMapOvr>
    <a:masterClrMapping/>
  </p:clrMapOvr>
  <p:extLst>
    <p:ext uri="{DCECCB84-F9BA-43D5-87BE-67443E8EF086}">
      <p15:sldGuideLst xmlns:p15="http://schemas.microsoft.com/office/powerpoint/2012/main">
        <p15:guide id="2" pos="598">
          <p15:clr>
            <a:srgbClr val="FBAE40"/>
          </p15:clr>
        </p15:guide>
        <p15:guide id="3" pos="7080">
          <p15:clr>
            <a:srgbClr val="FBAE40"/>
          </p15:clr>
        </p15:guide>
        <p15:guide id="4" pos="3840">
          <p15:clr>
            <a:srgbClr val="FBAE40"/>
          </p15:clr>
        </p15:guide>
        <p15:guide id="5" orient="horz" pos="1054" userDrawn="1">
          <p15:clr>
            <a:srgbClr val="FBAE40"/>
          </p15:clr>
        </p15:guide>
        <p15:guide id="6" orient="horz" pos="2400" userDrawn="1">
          <p15:clr>
            <a:srgbClr val="FBAE40"/>
          </p15:clr>
        </p15:guide>
        <p15:guide id="7" orient="horz" pos="697"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Column Stat Layout ">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7C3D46F0-0006-469D-9C96-A2B5BF708743}"/>
              </a:ext>
            </a:extLst>
          </p:cNvPr>
          <p:cNvSpPr>
            <a:spLocks noGrp="1"/>
          </p:cNvSpPr>
          <p:nvPr>
            <p:ph type="title"/>
          </p:nvPr>
        </p:nvSpPr>
        <p:spPr>
          <a:xfrm>
            <a:off x="952499" y="526777"/>
            <a:ext cx="10287001" cy="869089"/>
          </a:xfrm>
        </p:spPr>
        <p:txBody>
          <a:bodyPr lIns="0" tIns="0" rIns="0" bIns="0"/>
          <a:lstStyle>
            <a:lvl1pPr>
              <a:defRPr>
                <a:latin typeface="Roboto" panose="02000000000000000000" pitchFamily="2" charset="0"/>
                <a:ea typeface="Roboto" panose="02000000000000000000" pitchFamily="2"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E7D57D41-E534-4387-8837-F27E5C2408BD}"/>
              </a:ext>
            </a:extLst>
          </p:cNvPr>
          <p:cNvCxnSpPr>
            <a:cxnSpLocks/>
          </p:cNvCxnSpPr>
          <p:nvPr userDrawn="1"/>
        </p:nvCxnSpPr>
        <p:spPr>
          <a:xfrm>
            <a:off x="952498"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939080" y="2597398"/>
            <a:ext cx="1742242" cy="787298"/>
          </a:xfrm>
        </p:spPr>
        <p:txBody>
          <a:bodyPr lIns="0" tIns="0" rIns="0" bIns="0">
            <a:noAutofit/>
          </a:bodyPr>
          <a:lstStyle>
            <a:lvl1pPr marL="0" indent="0" algn="l">
              <a:buSzPct val="95000"/>
              <a:buFont typeface="Arial" panose="020B0604020202020204" pitchFamily="34" charset="0"/>
              <a:buNone/>
              <a:defRPr sz="55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Stat</a:t>
            </a:r>
          </a:p>
        </p:txBody>
      </p:sp>
      <p:sp>
        <p:nvSpPr>
          <p:cNvPr id="52" name="Picture Placeholder 50">
            <a:extLst>
              <a:ext uri="{FF2B5EF4-FFF2-40B4-BE49-F238E27FC236}">
                <a16:creationId xmlns:a16="http://schemas.microsoft.com/office/drawing/2014/main" id="{8D984633-F962-1848-A009-619CB8211633}"/>
              </a:ext>
            </a:extLst>
          </p:cNvPr>
          <p:cNvSpPr>
            <a:spLocks noGrp="1"/>
          </p:cNvSpPr>
          <p:nvPr>
            <p:ph type="pic" sz="quarter" idx="20"/>
          </p:nvPr>
        </p:nvSpPr>
        <p:spPr>
          <a:xfrm>
            <a:off x="3037173" y="2243035"/>
            <a:ext cx="1071841" cy="1095375"/>
          </a:xfrm>
        </p:spPr>
        <p:txBody>
          <a:bodyPr/>
          <a:lstStyle>
            <a:lvl1pPr marL="0" indent="0">
              <a:buNone/>
              <a:defRPr/>
            </a:lvl1pPr>
          </a:lstStyle>
          <a:p>
            <a:endParaRPr lang="en-US"/>
          </a:p>
        </p:txBody>
      </p:sp>
      <p:cxnSp>
        <p:nvCxnSpPr>
          <p:cNvPr id="14" name="Straight Connector 13">
            <a:extLst>
              <a:ext uri="{FF2B5EF4-FFF2-40B4-BE49-F238E27FC236}">
                <a16:creationId xmlns:a16="http://schemas.microsoft.com/office/drawing/2014/main" id="{44DE3AB4-3020-8D45-86B7-592F12CB716B}"/>
              </a:ext>
            </a:extLst>
          </p:cNvPr>
          <p:cNvCxnSpPr>
            <a:cxnSpLocks/>
          </p:cNvCxnSpPr>
          <p:nvPr userDrawn="1"/>
        </p:nvCxnSpPr>
        <p:spPr>
          <a:xfrm>
            <a:off x="896513" y="3573316"/>
            <a:ext cx="321250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16" name="Content Placeholder 2">
            <a:extLst>
              <a:ext uri="{FF2B5EF4-FFF2-40B4-BE49-F238E27FC236}">
                <a16:creationId xmlns:a16="http://schemas.microsoft.com/office/drawing/2014/main" id="{DC4E94AD-16D9-BE4C-8C57-CFA6654E1BD9}"/>
              </a:ext>
            </a:extLst>
          </p:cNvPr>
          <p:cNvSpPr>
            <a:spLocks noGrp="1"/>
          </p:cNvSpPr>
          <p:nvPr>
            <p:ph idx="14" hasCustomPrompt="1"/>
          </p:nvPr>
        </p:nvSpPr>
        <p:spPr>
          <a:xfrm>
            <a:off x="939080" y="3819675"/>
            <a:ext cx="3169934" cy="1061801"/>
          </a:xfrm>
        </p:spPr>
        <p:txBody>
          <a:bodyPr lIns="0" tIns="0" rIns="0" bIns="0">
            <a:normAutofit/>
          </a:bodyPr>
          <a:lstStyle>
            <a:lvl1pPr marL="0" indent="0" algn="l">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a:t>
            </a:r>
            <a:br>
              <a:rPr lang="en-US"/>
            </a:br>
            <a:r>
              <a:rPr lang="en-US"/>
              <a:t>item or step 1</a:t>
            </a:r>
          </a:p>
        </p:txBody>
      </p:sp>
      <p:sp>
        <p:nvSpPr>
          <p:cNvPr id="19" name="Content Placeholder 2">
            <a:extLst>
              <a:ext uri="{FF2B5EF4-FFF2-40B4-BE49-F238E27FC236}">
                <a16:creationId xmlns:a16="http://schemas.microsoft.com/office/drawing/2014/main" id="{E64293C0-60B2-3341-9C38-86DF7ACA51DC}"/>
              </a:ext>
            </a:extLst>
          </p:cNvPr>
          <p:cNvSpPr>
            <a:spLocks noGrp="1"/>
          </p:cNvSpPr>
          <p:nvPr>
            <p:ph idx="21" hasCustomPrompt="1"/>
          </p:nvPr>
        </p:nvSpPr>
        <p:spPr>
          <a:xfrm>
            <a:off x="4582471" y="2597398"/>
            <a:ext cx="1742242" cy="787298"/>
          </a:xfrm>
        </p:spPr>
        <p:txBody>
          <a:bodyPr lIns="0" tIns="0" rIns="0" bIns="0">
            <a:noAutofit/>
          </a:bodyPr>
          <a:lstStyle>
            <a:lvl1pPr marL="0" indent="0" algn="l">
              <a:buSzPct val="95000"/>
              <a:buFont typeface="Arial" panose="020B0604020202020204" pitchFamily="34" charset="0"/>
              <a:buNone/>
              <a:defRPr sz="55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Stat</a:t>
            </a:r>
          </a:p>
        </p:txBody>
      </p:sp>
      <p:sp>
        <p:nvSpPr>
          <p:cNvPr id="25" name="Picture Placeholder 50">
            <a:extLst>
              <a:ext uri="{FF2B5EF4-FFF2-40B4-BE49-F238E27FC236}">
                <a16:creationId xmlns:a16="http://schemas.microsoft.com/office/drawing/2014/main" id="{3ED87A8B-0573-474F-94C0-2F7E344853F2}"/>
              </a:ext>
            </a:extLst>
          </p:cNvPr>
          <p:cNvSpPr>
            <a:spLocks noGrp="1"/>
          </p:cNvSpPr>
          <p:nvPr>
            <p:ph type="pic" sz="quarter" idx="23"/>
          </p:nvPr>
        </p:nvSpPr>
        <p:spPr>
          <a:xfrm>
            <a:off x="6680564" y="2243035"/>
            <a:ext cx="1071841" cy="1095375"/>
          </a:xfrm>
        </p:spPr>
        <p:txBody>
          <a:bodyPr/>
          <a:lstStyle>
            <a:lvl1pPr marL="0" indent="0">
              <a:buNone/>
              <a:defRPr/>
            </a:lvl1pPr>
          </a:lstStyle>
          <a:p>
            <a:endParaRPr lang="en-US"/>
          </a:p>
        </p:txBody>
      </p:sp>
      <p:cxnSp>
        <p:nvCxnSpPr>
          <p:cNvPr id="20" name="Straight Connector 19">
            <a:extLst>
              <a:ext uri="{FF2B5EF4-FFF2-40B4-BE49-F238E27FC236}">
                <a16:creationId xmlns:a16="http://schemas.microsoft.com/office/drawing/2014/main" id="{1799B91B-7CDD-284B-99CF-8408146B2C0D}"/>
              </a:ext>
            </a:extLst>
          </p:cNvPr>
          <p:cNvCxnSpPr>
            <a:cxnSpLocks/>
          </p:cNvCxnSpPr>
          <p:nvPr userDrawn="1"/>
        </p:nvCxnSpPr>
        <p:spPr>
          <a:xfrm>
            <a:off x="4539904" y="3573316"/>
            <a:ext cx="321250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24" name="Content Placeholder 2">
            <a:extLst>
              <a:ext uri="{FF2B5EF4-FFF2-40B4-BE49-F238E27FC236}">
                <a16:creationId xmlns:a16="http://schemas.microsoft.com/office/drawing/2014/main" id="{8BB67D17-F456-FC43-9C41-9344D6EEB07B}"/>
              </a:ext>
            </a:extLst>
          </p:cNvPr>
          <p:cNvSpPr>
            <a:spLocks noGrp="1"/>
          </p:cNvSpPr>
          <p:nvPr>
            <p:ph idx="22" hasCustomPrompt="1"/>
          </p:nvPr>
        </p:nvSpPr>
        <p:spPr>
          <a:xfrm>
            <a:off x="4582471" y="3819675"/>
            <a:ext cx="3169934" cy="1061801"/>
          </a:xfrm>
        </p:spPr>
        <p:txBody>
          <a:bodyPr lIns="0" tIns="0" rIns="0" bIns="0">
            <a:normAutofit/>
          </a:bodyPr>
          <a:lstStyle>
            <a:lvl1pPr marL="0" indent="0" algn="l">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a:t>
            </a:r>
            <a:br>
              <a:rPr lang="en-US"/>
            </a:br>
            <a:r>
              <a:rPr lang="en-US"/>
              <a:t>item or step 1</a:t>
            </a:r>
          </a:p>
        </p:txBody>
      </p:sp>
      <p:sp>
        <p:nvSpPr>
          <p:cNvPr id="26" name="Content Placeholder 2">
            <a:extLst>
              <a:ext uri="{FF2B5EF4-FFF2-40B4-BE49-F238E27FC236}">
                <a16:creationId xmlns:a16="http://schemas.microsoft.com/office/drawing/2014/main" id="{60F6E28A-AB38-A64F-9481-C9F0437BFEA5}"/>
              </a:ext>
            </a:extLst>
          </p:cNvPr>
          <p:cNvSpPr>
            <a:spLocks noGrp="1"/>
          </p:cNvSpPr>
          <p:nvPr>
            <p:ph idx="24" hasCustomPrompt="1"/>
          </p:nvPr>
        </p:nvSpPr>
        <p:spPr>
          <a:xfrm>
            <a:off x="8225863" y="2597398"/>
            <a:ext cx="1742242" cy="787298"/>
          </a:xfrm>
        </p:spPr>
        <p:txBody>
          <a:bodyPr lIns="0" tIns="0" rIns="0" bIns="0">
            <a:noAutofit/>
          </a:bodyPr>
          <a:lstStyle>
            <a:lvl1pPr marL="0" indent="0" algn="l">
              <a:buSzPct val="95000"/>
              <a:buFont typeface="Arial" panose="020B0604020202020204" pitchFamily="34" charset="0"/>
              <a:buNone/>
              <a:defRPr sz="55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Stat</a:t>
            </a:r>
          </a:p>
        </p:txBody>
      </p:sp>
      <p:sp>
        <p:nvSpPr>
          <p:cNvPr id="29" name="Picture Placeholder 50">
            <a:extLst>
              <a:ext uri="{FF2B5EF4-FFF2-40B4-BE49-F238E27FC236}">
                <a16:creationId xmlns:a16="http://schemas.microsoft.com/office/drawing/2014/main" id="{106DB928-4AE1-4E4B-9A4C-6062FC247709}"/>
              </a:ext>
            </a:extLst>
          </p:cNvPr>
          <p:cNvSpPr>
            <a:spLocks noGrp="1"/>
          </p:cNvSpPr>
          <p:nvPr>
            <p:ph type="pic" sz="quarter" idx="26"/>
          </p:nvPr>
        </p:nvSpPr>
        <p:spPr>
          <a:xfrm>
            <a:off x="10323956" y="2243035"/>
            <a:ext cx="1071841" cy="1095375"/>
          </a:xfrm>
        </p:spPr>
        <p:txBody>
          <a:bodyPr/>
          <a:lstStyle>
            <a:lvl1pPr marL="0" indent="0">
              <a:buNone/>
              <a:defRPr/>
            </a:lvl1pPr>
          </a:lstStyle>
          <a:p>
            <a:endParaRPr lang="en-US"/>
          </a:p>
        </p:txBody>
      </p:sp>
      <p:cxnSp>
        <p:nvCxnSpPr>
          <p:cNvPr id="27" name="Straight Connector 26">
            <a:extLst>
              <a:ext uri="{FF2B5EF4-FFF2-40B4-BE49-F238E27FC236}">
                <a16:creationId xmlns:a16="http://schemas.microsoft.com/office/drawing/2014/main" id="{F9F7D2B0-E449-FD45-9789-FC204088E97C}"/>
              </a:ext>
            </a:extLst>
          </p:cNvPr>
          <p:cNvCxnSpPr>
            <a:cxnSpLocks/>
          </p:cNvCxnSpPr>
          <p:nvPr userDrawn="1"/>
        </p:nvCxnSpPr>
        <p:spPr>
          <a:xfrm>
            <a:off x="8183296" y="3573316"/>
            <a:ext cx="321250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28" name="Content Placeholder 2">
            <a:extLst>
              <a:ext uri="{FF2B5EF4-FFF2-40B4-BE49-F238E27FC236}">
                <a16:creationId xmlns:a16="http://schemas.microsoft.com/office/drawing/2014/main" id="{86FE37F4-1DCF-2D40-845F-6C10AC016C29}"/>
              </a:ext>
            </a:extLst>
          </p:cNvPr>
          <p:cNvSpPr>
            <a:spLocks noGrp="1"/>
          </p:cNvSpPr>
          <p:nvPr>
            <p:ph idx="25" hasCustomPrompt="1"/>
          </p:nvPr>
        </p:nvSpPr>
        <p:spPr>
          <a:xfrm>
            <a:off x="8225863" y="3819675"/>
            <a:ext cx="3169934" cy="1061801"/>
          </a:xfrm>
        </p:spPr>
        <p:txBody>
          <a:bodyPr lIns="0" tIns="0" rIns="0" bIns="0">
            <a:normAutofit/>
          </a:bodyPr>
          <a:lstStyle>
            <a:lvl1pPr marL="0" indent="0" algn="l">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a:t>
            </a:r>
            <a:br>
              <a:rPr lang="en-US"/>
            </a:br>
            <a:r>
              <a:rPr lang="en-US"/>
              <a:t>item or step 1</a:t>
            </a:r>
          </a:p>
        </p:txBody>
      </p:sp>
      <p:sp>
        <p:nvSpPr>
          <p:cNvPr id="18" name="Rectangle 17">
            <a:extLst>
              <a:ext uri="{FF2B5EF4-FFF2-40B4-BE49-F238E27FC236}">
                <a16:creationId xmlns:a16="http://schemas.microsoft.com/office/drawing/2014/main" id="{C6F1B24E-B6B2-2D4F-8CE9-C10E33FBF4C2}"/>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22" name="Picture 21" descr="The University of Iowa">
            <a:extLst>
              <a:ext uri="{FF2B5EF4-FFF2-40B4-BE49-F238E27FC236}">
                <a16:creationId xmlns:a16="http://schemas.microsoft.com/office/drawing/2014/main" id="{9C14D290-718E-D94D-BEC3-A2B3F3F54CAF}"/>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21" name="Footer Placeholder 4">
            <a:extLst>
              <a:ext uri="{FF2B5EF4-FFF2-40B4-BE49-F238E27FC236}">
                <a16:creationId xmlns:a16="http://schemas.microsoft.com/office/drawing/2014/main" id="{5387E550-EB5F-3F4A-9BFA-44D25611C96F}"/>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1">
                <a:solidFill>
                  <a:schemeClr val="bg1"/>
                </a:solidFill>
              </a:defRPr>
            </a:lvl1pPr>
          </a:lstStyle>
          <a:p>
            <a:r>
              <a:rPr lang="en-US" b="0"/>
              <a:t>Insert-&gt;Header and Footer-&gt;Type Customizable Name</a:t>
            </a:r>
            <a:endParaRPr lang="en-US"/>
          </a:p>
        </p:txBody>
      </p:sp>
      <p:sp>
        <p:nvSpPr>
          <p:cNvPr id="2" name="Slide Number Placeholder 1">
            <a:extLst>
              <a:ext uri="{FF2B5EF4-FFF2-40B4-BE49-F238E27FC236}">
                <a16:creationId xmlns:a16="http://schemas.microsoft.com/office/drawing/2014/main" id="{69FF7EDA-87CD-8DAB-9C47-D5E1D6F648B2}"/>
              </a:ext>
            </a:extLst>
          </p:cNvPr>
          <p:cNvSpPr>
            <a:spLocks noGrp="1"/>
          </p:cNvSpPr>
          <p:nvPr>
            <p:ph type="sldNum" sz="quarter" idx="27"/>
          </p:nvPr>
        </p:nvSpPr>
        <p:spPr/>
        <p:txBody>
          <a:bodyPr/>
          <a:lstStyle/>
          <a:p>
            <a:fld id="{C6684DFB-8BCD-4B6F-9AA1-83F3BA61DF41}" type="slidenum">
              <a:rPr lang="en-US" smtClean="0"/>
              <a:pPr/>
              <a:t>‹#›</a:t>
            </a:fld>
            <a:endParaRPr lang="en-US"/>
          </a:p>
        </p:txBody>
      </p:sp>
    </p:spTree>
    <p:extLst>
      <p:ext uri="{BB962C8B-B14F-4D97-AF65-F5344CB8AC3E}">
        <p14:creationId xmlns:p14="http://schemas.microsoft.com/office/powerpoint/2010/main" val="1710712687"/>
      </p:ext>
    </p:extLst>
  </p:cSld>
  <p:clrMapOvr>
    <a:masterClrMapping/>
  </p:clrMapOvr>
  <p:extLst>
    <p:ext uri="{DCECCB84-F9BA-43D5-87BE-67443E8EF086}">
      <p15:sldGuideLst xmlns:p15="http://schemas.microsoft.com/office/powerpoint/2012/main">
        <p15:guide id="1" orient="horz" pos="2400" userDrawn="1">
          <p15:clr>
            <a:srgbClr val="FBAE40"/>
          </p15:clr>
        </p15:guide>
        <p15:guide id="2" pos="598">
          <p15:clr>
            <a:srgbClr val="FBAE40"/>
          </p15:clr>
        </p15:guide>
        <p15:guide id="3" pos="7080">
          <p15:clr>
            <a:srgbClr val="FBAE40"/>
          </p15:clr>
        </p15:guide>
        <p15:guide id="4" pos="3840">
          <p15:clr>
            <a:srgbClr val="FBAE40"/>
          </p15:clr>
        </p15:guide>
        <p15:guide id="5" orient="horz" pos="1054" userDrawn="1">
          <p15:clr>
            <a:srgbClr val="FBAE40"/>
          </p15:clr>
        </p15:guide>
        <p15:guide id="6" orient="horz" pos="3744" userDrawn="1">
          <p15:clr>
            <a:srgbClr val="FBAE40"/>
          </p15:clr>
        </p15:guide>
        <p15:guide id="7" orient="horz" pos="697"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ree Column Icon Layou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7C3D46F0-0006-469D-9C96-A2B5BF708743}"/>
              </a:ext>
            </a:extLst>
          </p:cNvPr>
          <p:cNvSpPr>
            <a:spLocks noGrp="1"/>
          </p:cNvSpPr>
          <p:nvPr>
            <p:ph type="title"/>
          </p:nvPr>
        </p:nvSpPr>
        <p:spPr>
          <a:xfrm>
            <a:off x="952499" y="526777"/>
            <a:ext cx="10287001" cy="869089"/>
          </a:xfrm>
        </p:spPr>
        <p:txBody>
          <a:bodyPr lIns="0" tIns="0" rIns="0" bIns="0"/>
          <a:lstStyle>
            <a:lvl1pPr>
              <a:defRPr>
                <a:latin typeface="Roboto" panose="02000000000000000000" pitchFamily="2" charset="0"/>
                <a:ea typeface="Roboto" panose="02000000000000000000" pitchFamily="2"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E7D57D41-E534-4387-8837-F27E5C2408BD}"/>
              </a:ext>
            </a:extLst>
          </p:cNvPr>
          <p:cNvCxnSpPr>
            <a:cxnSpLocks/>
          </p:cNvCxnSpPr>
          <p:nvPr userDrawn="1"/>
        </p:nvCxnSpPr>
        <p:spPr>
          <a:xfrm>
            <a:off x="952498"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7A2738-1D29-40DE-AACF-F60CD708E892}"/>
              </a:ext>
            </a:extLst>
          </p:cNvPr>
          <p:cNvCxnSpPr/>
          <p:nvPr userDrawn="1"/>
        </p:nvCxnSpPr>
        <p:spPr>
          <a:xfrm>
            <a:off x="2535870" y="2921860"/>
            <a:ext cx="7111014"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Oval 1">
            <a:extLst>
              <a:ext uri="{FF2B5EF4-FFF2-40B4-BE49-F238E27FC236}">
                <a16:creationId xmlns:a16="http://schemas.microsoft.com/office/drawing/2014/main" id="{D1ADFA24-184F-46B9-B1D0-3FBB044F3673}"/>
              </a:ext>
            </a:extLst>
          </p:cNvPr>
          <p:cNvSpPr/>
          <p:nvPr userDrawn="1"/>
        </p:nvSpPr>
        <p:spPr>
          <a:xfrm>
            <a:off x="1664749" y="2050739"/>
            <a:ext cx="1742242" cy="1742242"/>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Picture Placeholder 3">
            <a:extLst>
              <a:ext uri="{FF2B5EF4-FFF2-40B4-BE49-F238E27FC236}">
                <a16:creationId xmlns:a16="http://schemas.microsoft.com/office/drawing/2014/main" id="{DC306F30-B3C1-E74C-B18C-7075DB0761DE}"/>
              </a:ext>
            </a:extLst>
          </p:cNvPr>
          <p:cNvSpPr>
            <a:spLocks noGrp="1"/>
          </p:cNvSpPr>
          <p:nvPr>
            <p:ph type="pic" sz="quarter" idx="21"/>
          </p:nvPr>
        </p:nvSpPr>
        <p:spPr>
          <a:xfrm>
            <a:off x="1953910" y="2337468"/>
            <a:ext cx="1182412" cy="1222625"/>
          </a:xfrm>
        </p:spPr>
        <p:txBody>
          <a:bodyPr/>
          <a:lstStyle>
            <a:lvl1pPr>
              <a:buNone/>
              <a:defRPr/>
            </a:lvl1pPr>
          </a:lstStyle>
          <a:p>
            <a:endParaRPr lang="en-US"/>
          </a:p>
        </p:txBody>
      </p: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952500" y="4078664"/>
            <a:ext cx="3166740" cy="754602"/>
          </a:xfrm>
        </p:spPr>
        <p:txBody>
          <a:bodyPr lIns="0" tIns="0" rIns="0" bIns="0">
            <a:normAutofit/>
          </a:bodyPr>
          <a:lstStyle>
            <a:lvl1pPr marL="0" indent="0" algn="ctr">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a:t>
            </a:r>
            <a:br>
              <a:rPr lang="en-US"/>
            </a:br>
            <a:r>
              <a:rPr lang="en-US"/>
              <a:t>item or step 1</a:t>
            </a:r>
          </a:p>
        </p:txBody>
      </p:sp>
      <p:sp>
        <p:nvSpPr>
          <p:cNvPr id="19" name="Oval 18">
            <a:extLst>
              <a:ext uri="{FF2B5EF4-FFF2-40B4-BE49-F238E27FC236}">
                <a16:creationId xmlns:a16="http://schemas.microsoft.com/office/drawing/2014/main" id="{3FF9D861-0550-4AC8-BB96-094DAF60B7F4}"/>
              </a:ext>
            </a:extLst>
          </p:cNvPr>
          <p:cNvSpPr/>
          <p:nvPr userDrawn="1"/>
        </p:nvSpPr>
        <p:spPr>
          <a:xfrm>
            <a:off x="5231950" y="2050741"/>
            <a:ext cx="1742242" cy="1742242"/>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Picture Placeholder 3">
            <a:extLst>
              <a:ext uri="{FF2B5EF4-FFF2-40B4-BE49-F238E27FC236}">
                <a16:creationId xmlns:a16="http://schemas.microsoft.com/office/drawing/2014/main" id="{4382C3D7-6E45-864C-A5B5-39762336A484}"/>
              </a:ext>
            </a:extLst>
          </p:cNvPr>
          <p:cNvSpPr>
            <a:spLocks noGrp="1"/>
          </p:cNvSpPr>
          <p:nvPr>
            <p:ph type="pic" sz="quarter" idx="22"/>
          </p:nvPr>
        </p:nvSpPr>
        <p:spPr>
          <a:xfrm>
            <a:off x="5500171" y="2310547"/>
            <a:ext cx="1182412" cy="1222625"/>
          </a:xfrm>
        </p:spPr>
        <p:txBody>
          <a:bodyPr/>
          <a:lstStyle>
            <a:lvl1pPr>
              <a:buNone/>
              <a:defRPr/>
            </a:lvl1pPr>
          </a:lstStyle>
          <a:p>
            <a:endParaRPr lang="en-US"/>
          </a:p>
        </p:txBody>
      </p:sp>
      <p:sp>
        <p:nvSpPr>
          <p:cNvPr id="15" name="Content Placeholder 2">
            <a:extLst>
              <a:ext uri="{FF2B5EF4-FFF2-40B4-BE49-F238E27FC236}">
                <a16:creationId xmlns:a16="http://schemas.microsoft.com/office/drawing/2014/main" id="{700A296A-0A06-4FFB-B935-517187294F6B}"/>
              </a:ext>
            </a:extLst>
          </p:cNvPr>
          <p:cNvSpPr>
            <a:spLocks noGrp="1"/>
          </p:cNvSpPr>
          <p:nvPr>
            <p:ph idx="11" hasCustomPrompt="1"/>
          </p:nvPr>
        </p:nvSpPr>
        <p:spPr>
          <a:xfrm>
            <a:off x="4616385" y="4078664"/>
            <a:ext cx="2973372" cy="754602"/>
          </a:xfrm>
        </p:spPr>
        <p:txBody>
          <a:bodyPr lIns="0" tIns="0" rIns="0" bIns="0">
            <a:normAutofit/>
          </a:bodyPr>
          <a:lstStyle>
            <a:lvl1pPr marL="0" indent="0" algn="ctr">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a:t>
            </a:r>
            <a:br>
              <a:rPr lang="en-US"/>
            </a:br>
            <a:r>
              <a:rPr lang="en-US"/>
              <a:t>item or step 2</a:t>
            </a:r>
          </a:p>
        </p:txBody>
      </p:sp>
      <p:sp>
        <p:nvSpPr>
          <p:cNvPr id="20" name="Oval 19">
            <a:extLst>
              <a:ext uri="{FF2B5EF4-FFF2-40B4-BE49-F238E27FC236}">
                <a16:creationId xmlns:a16="http://schemas.microsoft.com/office/drawing/2014/main" id="{D101DA23-83F7-4662-BC02-2666717C53B4}"/>
              </a:ext>
            </a:extLst>
          </p:cNvPr>
          <p:cNvSpPr/>
          <p:nvPr userDrawn="1"/>
        </p:nvSpPr>
        <p:spPr>
          <a:xfrm>
            <a:off x="8775763" y="2050741"/>
            <a:ext cx="1742242" cy="1742242"/>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Picture Placeholder 3">
            <a:extLst>
              <a:ext uri="{FF2B5EF4-FFF2-40B4-BE49-F238E27FC236}">
                <a16:creationId xmlns:a16="http://schemas.microsoft.com/office/drawing/2014/main" id="{6E1CEA20-24A4-8C45-B5A6-CE111F714FEF}"/>
              </a:ext>
            </a:extLst>
          </p:cNvPr>
          <p:cNvSpPr>
            <a:spLocks noGrp="1"/>
          </p:cNvSpPr>
          <p:nvPr>
            <p:ph type="pic" sz="quarter" idx="23"/>
          </p:nvPr>
        </p:nvSpPr>
        <p:spPr>
          <a:xfrm>
            <a:off x="9046432" y="2299135"/>
            <a:ext cx="1182412" cy="1222625"/>
          </a:xfrm>
        </p:spPr>
        <p:txBody>
          <a:bodyPr/>
          <a:lstStyle>
            <a:lvl1pPr>
              <a:buNone/>
              <a:defRPr/>
            </a:lvl1pPr>
          </a:lstStyle>
          <a:p>
            <a:endParaRPr lang="en-US"/>
          </a:p>
        </p:txBody>
      </p:sp>
      <p:sp>
        <p:nvSpPr>
          <p:cNvPr id="17" name="Content Placeholder 2">
            <a:extLst>
              <a:ext uri="{FF2B5EF4-FFF2-40B4-BE49-F238E27FC236}">
                <a16:creationId xmlns:a16="http://schemas.microsoft.com/office/drawing/2014/main" id="{D4DB30FF-E82C-424F-A06C-EFC3CFC45E36}"/>
              </a:ext>
            </a:extLst>
          </p:cNvPr>
          <p:cNvSpPr>
            <a:spLocks noGrp="1"/>
          </p:cNvSpPr>
          <p:nvPr>
            <p:ph idx="13" hasCustomPrompt="1"/>
          </p:nvPr>
        </p:nvSpPr>
        <p:spPr>
          <a:xfrm>
            <a:off x="8063514" y="4078663"/>
            <a:ext cx="3166740" cy="754602"/>
          </a:xfrm>
        </p:spPr>
        <p:txBody>
          <a:bodyPr lIns="0" tIns="0" rIns="0" bIns="0">
            <a:normAutofit/>
          </a:bodyPr>
          <a:lstStyle>
            <a:lvl1pPr marL="0" indent="0" algn="ctr">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a:t>
            </a:r>
            <a:br>
              <a:rPr lang="en-US"/>
            </a:br>
            <a:r>
              <a:rPr lang="en-US"/>
              <a:t>item or step 1</a:t>
            </a:r>
          </a:p>
        </p:txBody>
      </p:sp>
      <p:sp>
        <p:nvSpPr>
          <p:cNvPr id="18" name="Rectangle 17">
            <a:extLst>
              <a:ext uri="{FF2B5EF4-FFF2-40B4-BE49-F238E27FC236}">
                <a16:creationId xmlns:a16="http://schemas.microsoft.com/office/drawing/2014/main" id="{C6F1B24E-B6B2-2D4F-8CE9-C10E33FBF4C2}"/>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22" name="Picture 21" descr="The University of Iowa">
            <a:extLst>
              <a:ext uri="{FF2B5EF4-FFF2-40B4-BE49-F238E27FC236}">
                <a16:creationId xmlns:a16="http://schemas.microsoft.com/office/drawing/2014/main" id="{9C14D290-718E-D94D-BEC3-A2B3F3F54CAF}"/>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21" name="Footer Placeholder 4">
            <a:extLst>
              <a:ext uri="{FF2B5EF4-FFF2-40B4-BE49-F238E27FC236}">
                <a16:creationId xmlns:a16="http://schemas.microsoft.com/office/drawing/2014/main" id="{5387E550-EB5F-3F4A-9BFA-44D25611C96F}"/>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1">
                <a:solidFill>
                  <a:schemeClr val="bg1"/>
                </a:solidFill>
              </a:defRPr>
            </a:lvl1pPr>
          </a:lstStyle>
          <a:p>
            <a:r>
              <a:rPr lang="en-US"/>
              <a:t>Insert-&gt;Header and Footer-&gt;Type Customizable Name</a:t>
            </a:r>
          </a:p>
        </p:txBody>
      </p:sp>
      <p:sp>
        <p:nvSpPr>
          <p:cNvPr id="3" name="Slide Number Placeholder 2">
            <a:extLst>
              <a:ext uri="{FF2B5EF4-FFF2-40B4-BE49-F238E27FC236}">
                <a16:creationId xmlns:a16="http://schemas.microsoft.com/office/drawing/2014/main" id="{68093C3B-BCBF-D900-9D0D-7DF1CBBD8A63}"/>
              </a:ext>
            </a:extLst>
          </p:cNvPr>
          <p:cNvSpPr>
            <a:spLocks noGrp="1"/>
          </p:cNvSpPr>
          <p:nvPr>
            <p:ph type="sldNum" sz="quarter" idx="24"/>
          </p:nvPr>
        </p:nvSpPr>
        <p:spPr/>
        <p:txBody>
          <a:bodyPr/>
          <a:lstStyle/>
          <a:p>
            <a:fld id="{C6684DFB-8BCD-4B6F-9AA1-83F3BA61DF41}" type="slidenum">
              <a:rPr lang="en-US" smtClean="0"/>
              <a:pPr/>
              <a:t>‹#›</a:t>
            </a:fld>
            <a:endParaRPr lang="en-US"/>
          </a:p>
        </p:txBody>
      </p:sp>
    </p:spTree>
    <p:extLst>
      <p:ext uri="{BB962C8B-B14F-4D97-AF65-F5344CB8AC3E}">
        <p14:creationId xmlns:p14="http://schemas.microsoft.com/office/powerpoint/2010/main" val="733951917"/>
      </p:ext>
    </p:extLst>
  </p:cSld>
  <p:clrMapOvr>
    <a:masterClrMapping/>
  </p:clrMapOvr>
  <p:extLst>
    <p:ext uri="{DCECCB84-F9BA-43D5-87BE-67443E8EF086}">
      <p15:sldGuideLst xmlns:p15="http://schemas.microsoft.com/office/powerpoint/2012/main">
        <p15:guide id="1" orient="horz" pos="2400" userDrawn="1">
          <p15:clr>
            <a:srgbClr val="FBAE40"/>
          </p15:clr>
        </p15:guide>
        <p15:guide id="2" pos="598">
          <p15:clr>
            <a:srgbClr val="FBAE40"/>
          </p15:clr>
        </p15:guide>
        <p15:guide id="3" pos="7080">
          <p15:clr>
            <a:srgbClr val="FBAE40"/>
          </p15:clr>
        </p15:guide>
        <p15:guide id="4" pos="3840">
          <p15:clr>
            <a:srgbClr val="FBAE40"/>
          </p15:clr>
        </p15:guide>
        <p15:guide id="5" orient="horz" pos="1054" userDrawn="1">
          <p15:clr>
            <a:srgbClr val="FBAE40"/>
          </p15:clr>
        </p15:guide>
        <p15:guide id="6" orient="horz" pos="3744" userDrawn="1">
          <p15:clr>
            <a:srgbClr val="FBAE40"/>
          </p15:clr>
        </p15:guide>
        <p15:guide id="7" orient="horz" pos="697"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our Column Icon Layou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1B9DD2E6-4011-470E-85A1-9331B2E255C8}"/>
              </a:ext>
            </a:extLst>
          </p:cNvPr>
          <p:cNvSpPr>
            <a:spLocks noGrp="1"/>
          </p:cNvSpPr>
          <p:nvPr>
            <p:ph type="title"/>
          </p:nvPr>
        </p:nvSpPr>
        <p:spPr>
          <a:xfrm>
            <a:off x="952499" y="526777"/>
            <a:ext cx="10287001" cy="869089"/>
          </a:xfrm>
        </p:spPr>
        <p:txBody>
          <a:bodyPr lIns="0" tIns="0" rIns="0" bIns="0"/>
          <a:lstStyle>
            <a:lvl1pPr>
              <a:defRPr>
                <a:latin typeface="Roboto" panose="02000000000000000000" pitchFamily="2" charset="0"/>
                <a:ea typeface="Roboto" panose="02000000000000000000" pitchFamily="2"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E7D57D41-E534-4387-8837-F27E5C2408BD}"/>
              </a:ext>
            </a:extLst>
          </p:cNvPr>
          <p:cNvCxnSpPr>
            <a:cxnSpLocks/>
          </p:cNvCxnSpPr>
          <p:nvPr userDrawn="1"/>
        </p:nvCxnSpPr>
        <p:spPr>
          <a:xfrm>
            <a:off x="952498"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D6361F7-376B-4B6B-90CB-982F8C88D3AB}"/>
              </a:ext>
            </a:extLst>
          </p:cNvPr>
          <p:cNvCxnSpPr/>
          <p:nvPr userDrawn="1"/>
        </p:nvCxnSpPr>
        <p:spPr>
          <a:xfrm>
            <a:off x="2535870" y="2921860"/>
            <a:ext cx="7111014"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A7215D4C-D1BA-4B83-8034-F6173B4B3FE7}"/>
              </a:ext>
            </a:extLst>
          </p:cNvPr>
          <p:cNvSpPr/>
          <p:nvPr userDrawn="1"/>
        </p:nvSpPr>
        <p:spPr>
          <a:xfrm>
            <a:off x="1260812" y="2050739"/>
            <a:ext cx="1742242" cy="1742242"/>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icture Placeholder 3">
            <a:extLst>
              <a:ext uri="{FF2B5EF4-FFF2-40B4-BE49-F238E27FC236}">
                <a16:creationId xmlns:a16="http://schemas.microsoft.com/office/drawing/2014/main" id="{0A1A4191-73C5-A24C-B85A-D6F8FC572523}"/>
              </a:ext>
            </a:extLst>
          </p:cNvPr>
          <p:cNvSpPr>
            <a:spLocks noGrp="1"/>
          </p:cNvSpPr>
          <p:nvPr>
            <p:ph type="pic" sz="quarter" idx="24"/>
          </p:nvPr>
        </p:nvSpPr>
        <p:spPr>
          <a:xfrm>
            <a:off x="1540727" y="2311683"/>
            <a:ext cx="1182412" cy="1222625"/>
          </a:xfrm>
        </p:spPr>
        <p:txBody>
          <a:bodyPr/>
          <a:lstStyle>
            <a:lvl1pPr>
              <a:buNone/>
              <a:defRPr/>
            </a:lvl1pPr>
          </a:lstStyle>
          <a:p>
            <a:endParaRPr lang="en-US"/>
          </a:p>
        </p:txBody>
      </p:sp>
      <p:sp>
        <p:nvSpPr>
          <p:cNvPr id="24" name="Content Placeholder 2">
            <a:extLst>
              <a:ext uri="{FF2B5EF4-FFF2-40B4-BE49-F238E27FC236}">
                <a16:creationId xmlns:a16="http://schemas.microsoft.com/office/drawing/2014/main" id="{5C06C296-F787-402D-AC65-1E55B4D25C69}"/>
              </a:ext>
            </a:extLst>
          </p:cNvPr>
          <p:cNvSpPr>
            <a:spLocks noGrp="1"/>
          </p:cNvSpPr>
          <p:nvPr>
            <p:ph idx="17" hasCustomPrompt="1"/>
          </p:nvPr>
        </p:nvSpPr>
        <p:spPr>
          <a:xfrm>
            <a:off x="952500" y="4078664"/>
            <a:ext cx="2358866" cy="754602"/>
          </a:xfrm>
        </p:spPr>
        <p:txBody>
          <a:bodyPr lIns="0" tIns="0" rIns="0" bIns="0">
            <a:normAutofit/>
          </a:bodyPr>
          <a:lstStyle>
            <a:lvl1pPr marL="0" indent="0" algn="ctr">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a:t>
            </a:r>
            <a:br>
              <a:rPr lang="en-US"/>
            </a:br>
            <a:r>
              <a:rPr lang="en-US"/>
              <a:t>item or step 1</a:t>
            </a:r>
          </a:p>
        </p:txBody>
      </p:sp>
      <p:sp>
        <p:nvSpPr>
          <p:cNvPr id="27" name="Oval 26">
            <a:extLst>
              <a:ext uri="{FF2B5EF4-FFF2-40B4-BE49-F238E27FC236}">
                <a16:creationId xmlns:a16="http://schemas.microsoft.com/office/drawing/2014/main" id="{AE1934B1-C1CC-42D5-A8D8-639ED39E9A45}"/>
              </a:ext>
            </a:extLst>
          </p:cNvPr>
          <p:cNvSpPr/>
          <p:nvPr userDrawn="1"/>
        </p:nvSpPr>
        <p:spPr>
          <a:xfrm>
            <a:off x="3935830" y="2050739"/>
            <a:ext cx="1742242" cy="1742242"/>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icture Placeholder 3">
            <a:extLst>
              <a:ext uri="{FF2B5EF4-FFF2-40B4-BE49-F238E27FC236}">
                <a16:creationId xmlns:a16="http://schemas.microsoft.com/office/drawing/2014/main" id="{D7A0C8CB-AE00-AE4E-8B06-C3CDA2E8A6B0}"/>
              </a:ext>
            </a:extLst>
          </p:cNvPr>
          <p:cNvSpPr>
            <a:spLocks noGrp="1"/>
          </p:cNvSpPr>
          <p:nvPr>
            <p:ph type="pic" sz="quarter" idx="21"/>
          </p:nvPr>
        </p:nvSpPr>
        <p:spPr>
          <a:xfrm>
            <a:off x="4221796" y="2280863"/>
            <a:ext cx="1182412" cy="1222625"/>
          </a:xfrm>
        </p:spPr>
        <p:txBody>
          <a:bodyPr/>
          <a:lstStyle>
            <a:lvl1pPr>
              <a:buNone/>
              <a:defRPr/>
            </a:lvl1pPr>
          </a:lstStyle>
          <a:p>
            <a:endParaRPr lang="en-US"/>
          </a:p>
        </p:txBody>
      </p:sp>
      <p:sp>
        <p:nvSpPr>
          <p:cNvPr id="26" name="Content Placeholder 2">
            <a:extLst>
              <a:ext uri="{FF2B5EF4-FFF2-40B4-BE49-F238E27FC236}">
                <a16:creationId xmlns:a16="http://schemas.microsoft.com/office/drawing/2014/main" id="{8C7F2CE8-9E91-4C86-99AB-686A9C810419}"/>
              </a:ext>
            </a:extLst>
          </p:cNvPr>
          <p:cNvSpPr>
            <a:spLocks noGrp="1"/>
          </p:cNvSpPr>
          <p:nvPr>
            <p:ph idx="18" hasCustomPrompt="1"/>
          </p:nvPr>
        </p:nvSpPr>
        <p:spPr>
          <a:xfrm>
            <a:off x="3627518" y="4078664"/>
            <a:ext cx="2358866" cy="754602"/>
          </a:xfrm>
        </p:spPr>
        <p:txBody>
          <a:bodyPr lIns="0" tIns="0" rIns="0" bIns="0">
            <a:normAutofit/>
          </a:bodyPr>
          <a:lstStyle>
            <a:lvl1pPr marL="0" indent="0" algn="ctr">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a:t>
            </a:r>
            <a:br>
              <a:rPr lang="en-US"/>
            </a:br>
            <a:r>
              <a:rPr lang="en-US"/>
              <a:t>item or step 1</a:t>
            </a:r>
          </a:p>
        </p:txBody>
      </p:sp>
      <p:sp>
        <p:nvSpPr>
          <p:cNvPr id="29" name="Oval 28">
            <a:extLst>
              <a:ext uri="{FF2B5EF4-FFF2-40B4-BE49-F238E27FC236}">
                <a16:creationId xmlns:a16="http://schemas.microsoft.com/office/drawing/2014/main" id="{07542B3E-45A5-4E88-A2C5-758AC86BE4D0}"/>
              </a:ext>
            </a:extLst>
          </p:cNvPr>
          <p:cNvSpPr/>
          <p:nvPr userDrawn="1"/>
        </p:nvSpPr>
        <p:spPr>
          <a:xfrm>
            <a:off x="6513929" y="2050739"/>
            <a:ext cx="1742242" cy="1742242"/>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Picture Placeholder 3">
            <a:extLst>
              <a:ext uri="{FF2B5EF4-FFF2-40B4-BE49-F238E27FC236}">
                <a16:creationId xmlns:a16="http://schemas.microsoft.com/office/drawing/2014/main" id="{EED777B6-C788-B840-ACC3-FD8949E42ACB}"/>
              </a:ext>
            </a:extLst>
          </p:cNvPr>
          <p:cNvSpPr>
            <a:spLocks noGrp="1"/>
          </p:cNvSpPr>
          <p:nvPr>
            <p:ph type="pic" sz="quarter" idx="22"/>
          </p:nvPr>
        </p:nvSpPr>
        <p:spPr>
          <a:xfrm>
            <a:off x="6793844" y="2309972"/>
            <a:ext cx="1182412" cy="1222625"/>
          </a:xfrm>
        </p:spPr>
        <p:txBody>
          <a:bodyPr/>
          <a:lstStyle>
            <a:lvl1pPr>
              <a:buNone/>
              <a:defRPr/>
            </a:lvl1pPr>
          </a:lstStyle>
          <a:p>
            <a:endParaRPr lang="en-US"/>
          </a:p>
        </p:txBody>
      </p:sp>
      <p:sp>
        <p:nvSpPr>
          <p:cNvPr id="28" name="Content Placeholder 2">
            <a:extLst>
              <a:ext uri="{FF2B5EF4-FFF2-40B4-BE49-F238E27FC236}">
                <a16:creationId xmlns:a16="http://schemas.microsoft.com/office/drawing/2014/main" id="{BC06D7C8-7D2D-4A80-B5B8-174F5056AA0B}"/>
              </a:ext>
            </a:extLst>
          </p:cNvPr>
          <p:cNvSpPr>
            <a:spLocks noGrp="1"/>
          </p:cNvSpPr>
          <p:nvPr>
            <p:ph idx="19" hasCustomPrompt="1"/>
          </p:nvPr>
        </p:nvSpPr>
        <p:spPr>
          <a:xfrm>
            <a:off x="6205617" y="4078664"/>
            <a:ext cx="2358866" cy="754602"/>
          </a:xfrm>
        </p:spPr>
        <p:txBody>
          <a:bodyPr lIns="0" tIns="0" rIns="0" bIns="0">
            <a:normAutofit/>
          </a:bodyPr>
          <a:lstStyle>
            <a:lvl1pPr marL="0" indent="0" algn="ctr">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a:t>
            </a:r>
            <a:br>
              <a:rPr lang="en-US"/>
            </a:br>
            <a:r>
              <a:rPr lang="en-US"/>
              <a:t>item or step 1</a:t>
            </a:r>
          </a:p>
        </p:txBody>
      </p:sp>
      <p:sp>
        <p:nvSpPr>
          <p:cNvPr id="31" name="Oval 30">
            <a:extLst>
              <a:ext uri="{FF2B5EF4-FFF2-40B4-BE49-F238E27FC236}">
                <a16:creationId xmlns:a16="http://schemas.microsoft.com/office/drawing/2014/main" id="{924B0597-6276-471F-96FD-FDE08D64C524}"/>
              </a:ext>
            </a:extLst>
          </p:cNvPr>
          <p:cNvSpPr/>
          <p:nvPr userDrawn="1"/>
        </p:nvSpPr>
        <p:spPr>
          <a:xfrm>
            <a:off x="9188946" y="2045132"/>
            <a:ext cx="1742242" cy="1742242"/>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3">
            <a:extLst>
              <a:ext uri="{FF2B5EF4-FFF2-40B4-BE49-F238E27FC236}">
                <a16:creationId xmlns:a16="http://schemas.microsoft.com/office/drawing/2014/main" id="{04C4E3A7-AB8A-6243-BBFD-8A433C78470B}"/>
              </a:ext>
            </a:extLst>
          </p:cNvPr>
          <p:cNvSpPr>
            <a:spLocks noGrp="1"/>
          </p:cNvSpPr>
          <p:nvPr>
            <p:ph type="pic" sz="quarter" idx="23"/>
          </p:nvPr>
        </p:nvSpPr>
        <p:spPr>
          <a:xfrm>
            <a:off x="9473607" y="2311684"/>
            <a:ext cx="1182412" cy="1222625"/>
          </a:xfrm>
        </p:spPr>
        <p:txBody>
          <a:bodyPr/>
          <a:lstStyle>
            <a:lvl1pPr>
              <a:buNone/>
              <a:defRPr/>
            </a:lvl1pPr>
          </a:lstStyle>
          <a:p>
            <a:endParaRPr lang="en-US"/>
          </a:p>
        </p:txBody>
      </p:sp>
      <p:sp>
        <p:nvSpPr>
          <p:cNvPr id="30" name="Content Placeholder 2">
            <a:extLst>
              <a:ext uri="{FF2B5EF4-FFF2-40B4-BE49-F238E27FC236}">
                <a16:creationId xmlns:a16="http://schemas.microsoft.com/office/drawing/2014/main" id="{8FC2F9F8-450A-4433-BAFC-DCD0001FAF1D}"/>
              </a:ext>
            </a:extLst>
          </p:cNvPr>
          <p:cNvSpPr>
            <a:spLocks noGrp="1"/>
          </p:cNvSpPr>
          <p:nvPr>
            <p:ph idx="20" hasCustomPrompt="1"/>
          </p:nvPr>
        </p:nvSpPr>
        <p:spPr>
          <a:xfrm>
            <a:off x="8880634" y="4073057"/>
            <a:ext cx="2358866" cy="754602"/>
          </a:xfrm>
        </p:spPr>
        <p:txBody>
          <a:bodyPr lIns="0" tIns="0" rIns="0" bIns="0">
            <a:normAutofit/>
          </a:bodyPr>
          <a:lstStyle>
            <a:lvl1pPr marL="0" indent="0" algn="ctr">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a:t>
            </a:r>
            <a:br>
              <a:rPr lang="en-US"/>
            </a:br>
            <a:r>
              <a:rPr lang="en-US"/>
              <a:t>item or step 1</a:t>
            </a:r>
          </a:p>
        </p:txBody>
      </p:sp>
      <p:sp>
        <p:nvSpPr>
          <p:cNvPr id="16" name="Rectangle 15">
            <a:extLst>
              <a:ext uri="{FF2B5EF4-FFF2-40B4-BE49-F238E27FC236}">
                <a16:creationId xmlns:a16="http://schemas.microsoft.com/office/drawing/2014/main" id="{D4578BB7-B3A6-0D4A-A743-C8950F9817AE}"/>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20" name="Picture 19" descr="The University of Iowa">
            <a:extLst>
              <a:ext uri="{FF2B5EF4-FFF2-40B4-BE49-F238E27FC236}">
                <a16:creationId xmlns:a16="http://schemas.microsoft.com/office/drawing/2014/main" id="{6D319038-0896-5540-A405-0F93F52CC9DC}"/>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19" name="Footer Placeholder 4">
            <a:extLst>
              <a:ext uri="{FF2B5EF4-FFF2-40B4-BE49-F238E27FC236}">
                <a16:creationId xmlns:a16="http://schemas.microsoft.com/office/drawing/2014/main" id="{CF5779A1-5C1A-D949-93A6-EFB401BFC69D}"/>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1">
                <a:solidFill>
                  <a:schemeClr val="bg1"/>
                </a:solidFill>
              </a:defRPr>
            </a:lvl1pPr>
          </a:lstStyle>
          <a:p>
            <a:r>
              <a:rPr lang="en-US"/>
              <a:t>Insert-&gt;Header and Footer-&gt;Type Customizable Name</a:t>
            </a:r>
          </a:p>
        </p:txBody>
      </p:sp>
      <p:sp>
        <p:nvSpPr>
          <p:cNvPr id="2" name="Slide Number Placeholder 1">
            <a:extLst>
              <a:ext uri="{FF2B5EF4-FFF2-40B4-BE49-F238E27FC236}">
                <a16:creationId xmlns:a16="http://schemas.microsoft.com/office/drawing/2014/main" id="{86C8F4D8-7D6D-84F2-4CB4-E6AA2719984B}"/>
              </a:ext>
            </a:extLst>
          </p:cNvPr>
          <p:cNvSpPr>
            <a:spLocks noGrp="1"/>
          </p:cNvSpPr>
          <p:nvPr>
            <p:ph type="sldNum" sz="quarter" idx="25"/>
          </p:nvPr>
        </p:nvSpPr>
        <p:spPr/>
        <p:txBody>
          <a:bodyPr/>
          <a:lstStyle/>
          <a:p>
            <a:fld id="{C6684DFB-8BCD-4B6F-9AA1-83F3BA61DF41}" type="slidenum">
              <a:rPr lang="en-US" smtClean="0"/>
              <a:pPr/>
              <a:t>‹#›</a:t>
            </a:fld>
            <a:endParaRPr lang="en-US"/>
          </a:p>
        </p:txBody>
      </p:sp>
    </p:spTree>
    <p:extLst>
      <p:ext uri="{BB962C8B-B14F-4D97-AF65-F5344CB8AC3E}">
        <p14:creationId xmlns:p14="http://schemas.microsoft.com/office/powerpoint/2010/main" val="1568389576"/>
      </p:ext>
    </p:extLst>
  </p:cSld>
  <p:clrMapOvr>
    <a:masterClrMapping/>
  </p:clrMapOvr>
  <p:extLst>
    <p:ext uri="{DCECCB84-F9BA-43D5-87BE-67443E8EF086}">
      <p15:sldGuideLst xmlns:p15="http://schemas.microsoft.com/office/powerpoint/2012/main">
        <p15:guide id="1" orient="horz" pos="2400" userDrawn="1">
          <p15:clr>
            <a:srgbClr val="FBAE40"/>
          </p15:clr>
        </p15:guide>
        <p15:guide id="2" pos="598">
          <p15:clr>
            <a:srgbClr val="FBAE40"/>
          </p15:clr>
        </p15:guide>
        <p15:guide id="3" pos="7080">
          <p15:clr>
            <a:srgbClr val="FBAE40"/>
          </p15:clr>
        </p15:guide>
        <p15:guide id="4" pos="3840">
          <p15:clr>
            <a:srgbClr val="FBAE40"/>
          </p15:clr>
        </p15:guide>
        <p15:guide id="5" orient="horz" pos="1054" userDrawn="1">
          <p15:clr>
            <a:srgbClr val="FBAE40"/>
          </p15:clr>
        </p15:guide>
        <p15:guide id="6" orient="horz" pos="3744" userDrawn="1">
          <p15:clr>
            <a:srgbClr val="FBAE40"/>
          </p15:clr>
        </p15:guide>
        <p15:guide id="7" orient="horz" pos="697"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ive Column Icon Layou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C7E2EA4D-EFA8-4B7C-9585-ADB07DA2D974}"/>
              </a:ext>
            </a:extLst>
          </p:cNvPr>
          <p:cNvSpPr>
            <a:spLocks noGrp="1"/>
          </p:cNvSpPr>
          <p:nvPr>
            <p:ph type="title"/>
          </p:nvPr>
        </p:nvSpPr>
        <p:spPr>
          <a:xfrm>
            <a:off x="952499" y="526777"/>
            <a:ext cx="10287001" cy="869089"/>
          </a:xfrm>
        </p:spPr>
        <p:txBody>
          <a:bodyPr lIns="0" tIns="0" rIns="0" bIns="0"/>
          <a:lstStyle>
            <a:lvl1pPr>
              <a:defRPr>
                <a:latin typeface="Roboto" panose="02000000000000000000" pitchFamily="2" charset="0"/>
                <a:ea typeface="Roboto" panose="02000000000000000000" pitchFamily="2"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E7D57D41-E534-4387-8837-F27E5C2408BD}"/>
              </a:ext>
            </a:extLst>
          </p:cNvPr>
          <p:cNvCxnSpPr>
            <a:cxnSpLocks/>
          </p:cNvCxnSpPr>
          <p:nvPr userDrawn="1"/>
        </p:nvCxnSpPr>
        <p:spPr>
          <a:xfrm>
            <a:off x="952498"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D6361F7-376B-4B6B-90CB-982F8C88D3AB}"/>
              </a:ext>
            </a:extLst>
          </p:cNvPr>
          <p:cNvCxnSpPr/>
          <p:nvPr userDrawn="1"/>
        </p:nvCxnSpPr>
        <p:spPr>
          <a:xfrm>
            <a:off x="2535870" y="2921860"/>
            <a:ext cx="7111014"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A7215D4C-D1BA-4B83-8034-F6173B4B3FE7}"/>
              </a:ext>
            </a:extLst>
          </p:cNvPr>
          <p:cNvSpPr/>
          <p:nvPr userDrawn="1"/>
        </p:nvSpPr>
        <p:spPr>
          <a:xfrm>
            <a:off x="1175438" y="2125657"/>
            <a:ext cx="1594590" cy="1594590"/>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Picture Placeholder 3">
            <a:extLst>
              <a:ext uri="{FF2B5EF4-FFF2-40B4-BE49-F238E27FC236}">
                <a16:creationId xmlns:a16="http://schemas.microsoft.com/office/drawing/2014/main" id="{0E2F4087-739F-1B43-B022-92BCEDD29A2D}"/>
              </a:ext>
            </a:extLst>
          </p:cNvPr>
          <p:cNvSpPr>
            <a:spLocks noGrp="1"/>
          </p:cNvSpPr>
          <p:nvPr>
            <p:ph type="pic" sz="quarter" idx="26"/>
          </p:nvPr>
        </p:nvSpPr>
        <p:spPr>
          <a:xfrm>
            <a:off x="1448972" y="2403497"/>
            <a:ext cx="1030100" cy="1086492"/>
          </a:xfrm>
        </p:spPr>
        <p:txBody>
          <a:bodyPr/>
          <a:lstStyle>
            <a:lvl1pPr>
              <a:buNone/>
              <a:defRPr/>
            </a:lvl1pPr>
          </a:lstStyle>
          <a:p>
            <a:endParaRPr lang="en-US"/>
          </a:p>
        </p:txBody>
      </p:sp>
      <p:sp>
        <p:nvSpPr>
          <p:cNvPr id="24" name="Content Placeholder 2">
            <a:extLst>
              <a:ext uri="{FF2B5EF4-FFF2-40B4-BE49-F238E27FC236}">
                <a16:creationId xmlns:a16="http://schemas.microsoft.com/office/drawing/2014/main" id="{5C06C296-F787-402D-AC65-1E55B4D25C69}"/>
              </a:ext>
            </a:extLst>
          </p:cNvPr>
          <p:cNvSpPr>
            <a:spLocks noGrp="1"/>
          </p:cNvSpPr>
          <p:nvPr>
            <p:ph idx="17" hasCustomPrompt="1"/>
          </p:nvPr>
        </p:nvSpPr>
        <p:spPr>
          <a:xfrm>
            <a:off x="1175438" y="4078664"/>
            <a:ext cx="1601504" cy="754602"/>
          </a:xfrm>
        </p:spPr>
        <p:txBody>
          <a:bodyPr lIns="0" tIns="0" rIns="0" bIns="0">
            <a:normAutofit/>
          </a:bodyPr>
          <a:lstStyle>
            <a:lvl1pPr marL="0" indent="0" algn="ctr">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a:t>
            </a:r>
            <a:br>
              <a:rPr lang="en-US"/>
            </a:br>
            <a:r>
              <a:rPr lang="en-US"/>
              <a:t>item or step 1</a:t>
            </a:r>
          </a:p>
        </p:txBody>
      </p:sp>
      <p:sp>
        <p:nvSpPr>
          <p:cNvPr id="27" name="Oval 26">
            <a:extLst>
              <a:ext uri="{FF2B5EF4-FFF2-40B4-BE49-F238E27FC236}">
                <a16:creationId xmlns:a16="http://schemas.microsoft.com/office/drawing/2014/main" id="{AE1934B1-C1CC-42D5-A8D8-639ED39E9A45}"/>
              </a:ext>
            </a:extLst>
          </p:cNvPr>
          <p:cNvSpPr/>
          <p:nvPr userDrawn="1"/>
        </p:nvSpPr>
        <p:spPr>
          <a:xfrm>
            <a:off x="3222122" y="2125657"/>
            <a:ext cx="1594590" cy="1594590"/>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icture Placeholder 3">
            <a:extLst>
              <a:ext uri="{FF2B5EF4-FFF2-40B4-BE49-F238E27FC236}">
                <a16:creationId xmlns:a16="http://schemas.microsoft.com/office/drawing/2014/main" id="{090A73C4-9F43-6142-BBC5-1C887BE310ED}"/>
              </a:ext>
            </a:extLst>
          </p:cNvPr>
          <p:cNvSpPr>
            <a:spLocks noGrp="1"/>
          </p:cNvSpPr>
          <p:nvPr>
            <p:ph type="pic" sz="quarter" idx="23"/>
          </p:nvPr>
        </p:nvSpPr>
        <p:spPr>
          <a:xfrm>
            <a:off x="3502864" y="2384080"/>
            <a:ext cx="1030100" cy="1086492"/>
          </a:xfrm>
        </p:spPr>
        <p:txBody>
          <a:bodyPr/>
          <a:lstStyle>
            <a:lvl1pPr>
              <a:buNone/>
              <a:defRPr/>
            </a:lvl1pPr>
          </a:lstStyle>
          <a:p>
            <a:endParaRPr lang="en-US"/>
          </a:p>
        </p:txBody>
      </p:sp>
      <p:sp>
        <p:nvSpPr>
          <p:cNvPr id="33" name="Content Placeholder 2">
            <a:extLst>
              <a:ext uri="{FF2B5EF4-FFF2-40B4-BE49-F238E27FC236}">
                <a16:creationId xmlns:a16="http://schemas.microsoft.com/office/drawing/2014/main" id="{9B9DF875-9EAF-4928-8E91-6599CCEAADEE}"/>
              </a:ext>
            </a:extLst>
          </p:cNvPr>
          <p:cNvSpPr>
            <a:spLocks noGrp="1"/>
          </p:cNvSpPr>
          <p:nvPr>
            <p:ph idx="18" hasCustomPrompt="1"/>
          </p:nvPr>
        </p:nvSpPr>
        <p:spPr>
          <a:xfrm>
            <a:off x="3225991" y="4080927"/>
            <a:ext cx="1601504" cy="754602"/>
          </a:xfrm>
        </p:spPr>
        <p:txBody>
          <a:bodyPr lIns="0" tIns="0" rIns="0" bIns="0">
            <a:normAutofit/>
          </a:bodyPr>
          <a:lstStyle>
            <a:lvl1pPr marL="0" indent="0" algn="ctr">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a:t>
            </a:r>
            <a:br>
              <a:rPr lang="en-US"/>
            </a:br>
            <a:r>
              <a:rPr lang="en-US"/>
              <a:t>item or step 2</a:t>
            </a:r>
          </a:p>
        </p:txBody>
      </p:sp>
      <p:sp>
        <p:nvSpPr>
          <p:cNvPr id="29" name="Oval 28">
            <a:extLst>
              <a:ext uri="{FF2B5EF4-FFF2-40B4-BE49-F238E27FC236}">
                <a16:creationId xmlns:a16="http://schemas.microsoft.com/office/drawing/2014/main" id="{07542B3E-45A5-4E88-A2C5-758AC86BE4D0}"/>
              </a:ext>
            </a:extLst>
          </p:cNvPr>
          <p:cNvSpPr/>
          <p:nvPr userDrawn="1"/>
        </p:nvSpPr>
        <p:spPr>
          <a:xfrm>
            <a:off x="5305996" y="2125657"/>
            <a:ext cx="1594590" cy="1594590"/>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Picture Placeholder 3">
            <a:extLst>
              <a:ext uri="{FF2B5EF4-FFF2-40B4-BE49-F238E27FC236}">
                <a16:creationId xmlns:a16="http://schemas.microsoft.com/office/drawing/2014/main" id="{121B32AC-29FE-5347-BC89-E1D12CFE9173}"/>
              </a:ext>
            </a:extLst>
          </p:cNvPr>
          <p:cNvSpPr>
            <a:spLocks noGrp="1"/>
          </p:cNvSpPr>
          <p:nvPr>
            <p:ph type="pic" sz="quarter" idx="24"/>
          </p:nvPr>
        </p:nvSpPr>
        <p:spPr>
          <a:xfrm>
            <a:off x="5588241" y="2367425"/>
            <a:ext cx="1030100" cy="1086492"/>
          </a:xfrm>
        </p:spPr>
        <p:txBody>
          <a:bodyPr/>
          <a:lstStyle>
            <a:lvl1pPr>
              <a:buNone/>
              <a:defRPr/>
            </a:lvl1pPr>
          </a:lstStyle>
          <a:p>
            <a:endParaRPr lang="en-US"/>
          </a:p>
        </p:txBody>
      </p:sp>
      <p:sp>
        <p:nvSpPr>
          <p:cNvPr id="36" name="Content Placeholder 2">
            <a:extLst>
              <a:ext uri="{FF2B5EF4-FFF2-40B4-BE49-F238E27FC236}">
                <a16:creationId xmlns:a16="http://schemas.microsoft.com/office/drawing/2014/main" id="{FCAF8AD6-3AD0-422C-B775-D4163897266E}"/>
              </a:ext>
            </a:extLst>
          </p:cNvPr>
          <p:cNvSpPr>
            <a:spLocks noGrp="1"/>
          </p:cNvSpPr>
          <p:nvPr>
            <p:ph idx="19" hasCustomPrompt="1"/>
          </p:nvPr>
        </p:nvSpPr>
        <p:spPr>
          <a:xfrm>
            <a:off x="5285614" y="4095574"/>
            <a:ext cx="1601504" cy="754602"/>
          </a:xfrm>
        </p:spPr>
        <p:txBody>
          <a:bodyPr lIns="0" tIns="0" rIns="0" bIns="0">
            <a:normAutofit/>
          </a:bodyPr>
          <a:lstStyle>
            <a:lvl1pPr marL="0" indent="0" algn="ctr">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a:t>
            </a:r>
            <a:br>
              <a:rPr lang="en-US"/>
            </a:br>
            <a:r>
              <a:rPr lang="en-US"/>
              <a:t>item or step 3</a:t>
            </a:r>
          </a:p>
        </p:txBody>
      </p:sp>
      <p:sp>
        <p:nvSpPr>
          <p:cNvPr id="31" name="Oval 30">
            <a:extLst>
              <a:ext uri="{FF2B5EF4-FFF2-40B4-BE49-F238E27FC236}">
                <a16:creationId xmlns:a16="http://schemas.microsoft.com/office/drawing/2014/main" id="{924B0597-6276-471F-96FD-FDE08D64C524}"/>
              </a:ext>
            </a:extLst>
          </p:cNvPr>
          <p:cNvSpPr/>
          <p:nvPr userDrawn="1"/>
        </p:nvSpPr>
        <p:spPr>
          <a:xfrm>
            <a:off x="7346820" y="2120050"/>
            <a:ext cx="1594590" cy="1594590"/>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Picture Placeholder 3">
            <a:extLst>
              <a:ext uri="{FF2B5EF4-FFF2-40B4-BE49-F238E27FC236}">
                <a16:creationId xmlns:a16="http://schemas.microsoft.com/office/drawing/2014/main" id="{035F86CE-4040-2C49-984A-EDA41DCC41DE}"/>
              </a:ext>
            </a:extLst>
          </p:cNvPr>
          <p:cNvSpPr>
            <a:spLocks noGrp="1"/>
          </p:cNvSpPr>
          <p:nvPr>
            <p:ph type="pic" sz="quarter" idx="25"/>
          </p:nvPr>
        </p:nvSpPr>
        <p:spPr>
          <a:xfrm>
            <a:off x="7583252" y="2382067"/>
            <a:ext cx="1121725" cy="1086492"/>
          </a:xfrm>
        </p:spPr>
        <p:txBody>
          <a:bodyPr/>
          <a:lstStyle>
            <a:lvl1pPr>
              <a:buNone/>
              <a:defRPr/>
            </a:lvl1pPr>
          </a:lstStyle>
          <a:p>
            <a:endParaRPr lang="en-US"/>
          </a:p>
        </p:txBody>
      </p:sp>
      <p:sp>
        <p:nvSpPr>
          <p:cNvPr id="38" name="Content Placeholder 2">
            <a:extLst>
              <a:ext uri="{FF2B5EF4-FFF2-40B4-BE49-F238E27FC236}">
                <a16:creationId xmlns:a16="http://schemas.microsoft.com/office/drawing/2014/main" id="{7322EF39-6BE8-4D2B-B814-5743037B71F3}"/>
              </a:ext>
            </a:extLst>
          </p:cNvPr>
          <p:cNvSpPr>
            <a:spLocks noGrp="1"/>
          </p:cNvSpPr>
          <p:nvPr>
            <p:ph idx="20" hasCustomPrompt="1"/>
          </p:nvPr>
        </p:nvSpPr>
        <p:spPr>
          <a:xfrm>
            <a:off x="7325607" y="4098102"/>
            <a:ext cx="1601504" cy="754602"/>
          </a:xfrm>
        </p:spPr>
        <p:txBody>
          <a:bodyPr lIns="0" tIns="0" rIns="0" bIns="0">
            <a:normAutofit/>
          </a:bodyPr>
          <a:lstStyle>
            <a:lvl1pPr marL="0" indent="0" algn="ctr">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a:t>
            </a:r>
            <a:br>
              <a:rPr lang="en-US"/>
            </a:br>
            <a:r>
              <a:rPr lang="en-US"/>
              <a:t>item or step 4</a:t>
            </a:r>
          </a:p>
        </p:txBody>
      </p:sp>
      <p:sp>
        <p:nvSpPr>
          <p:cNvPr id="39" name="Oval 38">
            <a:extLst>
              <a:ext uri="{FF2B5EF4-FFF2-40B4-BE49-F238E27FC236}">
                <a16:creationId xmlns:a16="http://schemas.microsoft.com/office/drawing/2014/main" id="{D3182B05-A7F1-450F-AE61-51425BEF3AA6}"/>
              </a:ext>
            </a:extLst>
          </p:cNvPr>
          <p:cNvSpPr/>
          <p:nvPr userDrawn="1"/>
        </p:nvSpPr>
        <p:spPr>
          <a:xfrm>
            <a:off x="9434872" y="2133924"/>
            <a:ext cx="1594590" cy="1594590"/>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icture Placeholder 3">
            <a:extLst>
              <a:ext uri="{FF2B5EF4-FFF2-40B4-BE49-F238E27FC236}">
                <a16:creationId xmlns:a16="http://schemas.microsoft.com/office/drawing/2014/main" id="{F0B4205C-10C8-FE4A-8B1C-0B1A629E22B6}"/>
              </a:ext>
            </a:extLst>
          </p:cNvPr>
          <p:cNvSpPr>
            <a:spLocks noGrp="1"/>
          </p:cNvSpPr>
          <p:nvPr>
            <p:ph type="pic" sz="quarter" idx="22"/>
          </p:nvPr>
        </p:nvSpPr>
        <p:spPr>
          <a:xfrm>
            <a:off x="9682000" y="2389427"/>
            <a:ext cx="1100333" cy="1086492"/>
          </a:xfrm>
        </p:spPr>
        <p:txBody>
          <a:bodyPr/>
          <a:lstStyle>
            <a:lvl1pPr>
              <a:buNone/>
              <a:defRPr/>
            </a:lvl1pPr>
          </a:lstStyle>
          <a:p>
            <a:endParaRPr lang="en-US"/>
          </a:p>
        </p:txBody>
      </p:sp>
      <p:sp>
        <p:nvSpPr>
          <p:cNvPr id="40" name="Content Placeholder 2">
            <a:extLst>
              <a:ext uri="{FF2B5EF4-FFF2-40B4-BE49-F238E27FC236}">
                <a16:creationId xmlns:a16="http://schemas.microsoft.com/office/drawing/2014/main" id="{0D14923E-7CAE-49B7-9668-7B538ECFDC5F}"/>
              </a:ext>
            </a:extLst>
          </p:cNvPr>
          <p:cNvSpPr>
            <a:spLocks noGrp="1"/>
          </p:cNvSpPr>
          <p:nvPr>
            <p:ph idx="21" hasCustomPrompt="1"/>
          </p:nvPr>
        </p:nvSpPr>
        <p:spPr>
          <a:xfrm>
            <a:off x="9419080" y="4107460"/>
            <a:ext cx="1601504" cy="754602"/>
          </a:xfrm>
        </p:spPr>
        <p:txBody>
          <a:bodyPr lIns="0" tIns="0" rIns="0" bIns="0">
            <a:normAutofit/>
          </a:bodyPr>
          <a:lstStyle>
            <a:lvl1pPr marL="0" indent="0" algn="ctr">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a:t>
            </a:r>
            <a:br>
              <a:rPr lang="en-US"/>
            </a:br>
            <a:r>
              <a:rPr lang="en-US"/>
              <a:t>item or step 5</a:t>
            </a:r>
          </a:p>
        </p:txBody>
      </p:sp>
      <p:sp>
        <p:nvSpPr>
          <p:cNvPr id="20" name="Rectangle 19">
            <a:extLst>
              <a:ext uri="{FF2B5EF4-FFF2-40B4-BE49-F238E27FC236}">
                <a16:creationId xmlns:a16="http://schemas.microsoft.com/office/drawing/2014/main" id="{76866093-3200-6440-8AB2-9242D398F84E}"/>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22" name="Picture 21" descr="The University of Iowa">
            <a:extLst>
              <a:ext uri="{FF2B5EF4-FFF2-40B4-BE49-F238E27FC236}">
                <a16:creationId xmlns:a16="http://schemas.microsoft.com/office/drawing/2014/main" id="{D664CA64-A0A9-F34D-BDC5-9ABCDE7A5479}"/>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21" name="Footer Placeholder 4">
            <a:extLst>
              <a:ext uri="{FF2B5EF4-FFF2-40B4-BE49-F238E27FC236}">
                <a16:creationId xmlns:a16="http://schemas.microsoft.com/office/drawing/2014/main" id="{EB50283A-D398-E048-BDA3-92DD544A494E}"/>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1">
                <a:solidFill>
                  <a:schemeClr val="bg1"/>
                </a:solidFill>
              </a:defRPr>
            </a:lvl1pPr>
          </a:lstStyle>
          <a:p>
            <a:r>
              <a:rPr lang="en-US" b="0"/>
              <a:t>Insert-&gt;Header and Footer-&gt;Type Customizable Name</a:t>
            </a:r>
            <a:endParaRPr lang="en-US"/>
          </a:p>
        </p:txBody>
      </p:sp>
      <p:sp>
        <p:nvSpPr>
          <p:cNvPr id="2" name="Slide Number Placeholder 1">
            <a:extLst>
              <a:ext uri="{FF2B5EF4-FFF2-40B4-BE49-F238E27FC236}">
                <a16:creationId xmlns:a16="http://schemas.microsoft.com/office/drawing/2014/main" id="{4E6E4C3C-033E-0849-C3C1-66D85BACFA29}"/>
              </a:ext>
            </a:extLst>
          </p:cNvPr>
          <p:cNvSpPr>
            <a:spLocks noGrp="1"/>
          </p:cNvSpPr>
          <p:nvPr>
            <p:ph type="sldNum" sz="quarter" idx="27"/>
          </p:nvPr>
        </p:nvSpPr>
        <p:spPr/>
        <p:txBody>
          <a:bodyPr/>
          <a:lstStyle/>
          <a:p>
            <a:fld id="{C6684DFB-8BCD-4B6F-9AA1-83F3BA61DF41}" type="slidenum">
              <a:rPr lang="en-US" smtClean="0"/>
              <a:pPr/>
              <a:t>‹#›</a:t>
            </a:fld>
            <a:endParaRPr lang="en-US"/>
          </a:p>
        </p:txBody>
      </p:sp>
    </p:spTree>
    <p:extLst>
      <p:ext uri="{BB962C8B-B14F-4D97-AF65-F5344CB8AC3E}">
        <p14:creationId xmlns:p14="http://schemas.microsoft.com/office/powerpoint/2010/main" val="398207520"/>
      </p:ext>
    </p:extLst>
  </p:cSld>
  <p:clrMapOvr>
    <a:masterClrMapping/>
  </p:clrMapOvr>
  <p:extLst>
    <p:ext uri="{DCECCB84-F9BA-43D5-87BE-67443E8EF086}">
      <p15:sldGuideLst xmlns:p15="http://schemas.microsoft.com/office/powerpoint/2012/main">
        <p15:guide id="1" orient="horz" pos="2400" userDrawn="1">
          <p15:clr>
            <a:srgbClr val="FBAE40"/>
          </p15:clr>
        </p15:guide>
        <p15:guide id="2" pos="598">
          <p15:clr>
            <a:srgbClr val="FBAE40"/>
          </p15:clr>
        </p15:guide>
        <p15:guide id="3" pos="7080">
          <p15:clr>
            <a:srgbClr val="FBAE40"/>
          </p15:clr>
        </p15:guide>
        <p15:guide id="4" pos="3840">
          <p15:clr>
            <a:srgbClr val="FBAE40"/>
          </p15:clr>
        </p15:guide>
        <p15:guide id="5" orient="horz" pos="1054" userDrawn="1">
          <p15:clr>
            <a:srgbClr val="FBAE40"/>
          </p15:clr>
        </p15:guide>
        <p15:guide id="6" orient="horz" pos="3744" userDrawn="1">
          <p15:clr>
            <a:srgbClr val="FBAE40"/>
          </p15:clr>
        </p15:guide>
        <p15:guide id="7" orient="horz" pos="697"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ree Column Photo Layout">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B103BAF8-AE0C-4C2A-AFFE-5EFC74007B1B}"/>
              </a:ext>
            </a:extLst>
          </p:cNvPr>
          <p:cNvSpPr>
            <a:spLocks noGrp="1"/>
          </p:cNvSpPr>
          <p:nvPr>
            <p:ph type="title"/>
          </p:nvPr>
        </p:nvSpPr>
        <p:spPr>
          <a:xfrm>
            <a:off x="952499" y="526777"/>
            <a:ext cx="10287001" cy="869089"/>
          </a:xfrm>
        </p:spPr>
        <p:txBody>
          <a:bodyPr lIns="0" tIns="0" rIns="0" bIns="0"/>
          <a:lstStyle>
            <a:lvl1pPr>
              <a:defRPr>
                <a:latin typeface="Roboto" panose="02000000000000000000" pitchFamily="2" charset="0"/>
                <a:ea typeface="Roboto" panose="02000000000000000000" pitchFamily="2"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E7D57D41-E534-4387-8837-F27E5C2408BD}"/>
              </a:ext>
            </a:extLst>
          </p:cNvPr>
          <p:cNvCxnSpPr>
            <a:cxnSpLocks/>
          </p:cNvCxnSpPr>
          <p:nvPr userDrawn="1"/>
        </p:nvCxnSpPr>
        <p:spPr>
          <a:xfrm>
            <a:off x="952498"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4" name="Picture Placeholder 3">
            <a:extLst>
              <a:ext uri="{FF2B5EF4-FFF2-40B4-BE49-F238E27FC236}">
                <a16:creationId xmlns:a16="http://schemas.microsoft.com/office/drawing/2014/main" id="{4C29AABA-668F-408C-81ED-9A30ED0A4BE9}"/>
              </a:ext>
            </a:extLst>
          </p:cNvPr>
          <p:cNvSpPr>
            <a:spLocks noGrp="1"/>
          </p:cNvSpPr>
          <p:nvPr>
            <p:ph type="pic" sz="quarter" idx="15"/>
          </p:nvPr>
        </p:nvSpPr>
        <p:spPr>
          <a:xfrm>
            <a:off x="949325" y="1684461"/>
            <a:ext cx="3170238" cy="1621608"/>
          </a:xfrm>
        </p:spPr>
        <p:txBody>
          <a:bodyPr/>
          <a:lstStyle>
            <a:lvl1pPr>
              <a:buNone/>
              <a:defRPr/>
            </a:lvl1pPr>
          </a:lstStyle>
          <a:p>
            <a:endParaRPr lang="en-US"/>
          </a:p>
        </p:txBody>
      </p: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952500" y="3548916"/>
            <a:ext cx="3166740" cy="754602"/>
          </a:xfrm>
        </p:spPr>
        <p:txBody>
          <a:bodyPr lIns="0" tIns="0" rIns="0" bIns="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p:ph idx="10" hasCustomPrompt="1"/>
          </p:nvPr>
        </p:nvSpPr>
        <p:spPr>
          <a:xfrm>
            <a:off x="952501" y="4383805"/>
            <a:ext cx="3166740" cy="1408471"/>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text</a:t>
            </a:r>
          </a:p>
        </p:txBody>
      </p:sp>
      <p:cxnSp>
        <p:nvCxnSpPr>
          <p:cNvPr id="11" name="Straight Connector 10">
            <a:extLst>
              <a:ext uri="{FF2B5EF4-FFF2-40B4-BE49-F238E27FC236}">
                <a16:creationId xmlns:a16="http://schemas.microsoft.com/office/drawing/2014/main" id="{7336E4CD-9037-4D69-A3E3-6380D9131A19}"/>
              </a:ext>
            </a:extLst>
          </p:cNvPr>
          <p:cNvCxnSpPr/>
          <p:nvPr userDrawn="1"/>
        </p:nvCxnSpPr>
        <p:spPr>
          <a:xfrm>
            <a:off x="4376691" y="1679383"/>
            <a:ext cx="0" cy="426421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9" name="Picture Placeholder 3">
            <a:extLst>
              <a:ext uri="{FF2B5EF4-FFF2-40B4-BE49-F238E27FC236}">
                <a16:creationId xmlns:a16="http://schemas.microsoft.com/office/drawing/2014/main" id="{3C3EF38F-8A6A-4B49-A1A2-467E7797A518}"/>
              </a:ext>
            </a:extLst>
          </p:cNvPr>
          <p:cNvSpPr>
            <a:spLocks noGrp="1"/>
          </p:cNvSpPr>
          <p:nvPr>
            <p:ph type="pic" sz="quarter" idx="16"/>
          </p:nvPr>
        </p:nvSpPr>
        <p:spPr>
          <a:xfrm>
            <a:off x="4602447" y="1677611"/>
            <a:ext cx="2987311" cy="1621608"/>
          </a:xfrm>
        </p:spPr>
        <p:txBody>
          <a:bodyPr/>
          <a:lstStyle>
            <a:lvl1pPr>
              <a:buNone/>
              <a:defRPr/>
            </a:lvl1pPr>
          </a:lstStyle>
          <a:p>
            <a:endParaRPr lang="en-US"/>
          </a:p>
        </p:txBody>
      </p:sp>
      <p:sp>
        <p:nvSpPr>
          <p:cNvPr id="15" name="Content Placeholder 2">
            <a:extLst>
              <a:ext uri="{FF2B5EF4-FFF2-40B4-BE49-F238E27FC236}">
                <a16:creationId xmlns:a16="http://schemas.microsoft.com/office/drawing/2014/main" id="{700A296A-0A06-4FFB-B935-517187294F6B}"/>
              </a:ext>
            </a:extLst>
          </p:cNvPr>
          <p:cNvSpPr>
            <a:spLocks noGrp="1"/>
          </p:cNvSpPr>
          <p:nvPr>
            <p:ph idx="11" hasCustomPrompt="1"/>
          </p:nvPr>
        </p:nvSpPr>
        <p:spPr>
          <a:xfrm>
            <a:off x="4616385" y="3537679"/>
            <a:ext cx="2973372" cy="754602"/>
          </a:xfrm>
        </p:spPr>
        <p:txBody>
          <a:bodyPr lIns="0" tIns="0" rIns="0" bIns="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header</a:t>
            </a:r>
          </a:p>
        </p:txBody>
      </p:sp>
      <p:sp>
        <p:nvSpPr>
          <p:cNvPr id="16" name="Content Placeholder 2">
            <a:extLst>
              <a:ext uri="{FF2B5EF4-FFF2-40B4-BE49-F238E27FC236}">
                <a16:creationId xmlns:a16="http://schemas.microsoft.com/office/drawing/2014/main" id="{4DA600F9-1950-41BD-ACB3-21F2B5AE9494}"/>
              </a:ext>
            </a:extLst>
          </p:cNvPr>
          <p:cNvSpPr>
            <a:spLocks noGrp="1"/>
          </p:cNvSpPr>
          <p:nvPr>
            <p:ph idx="12" hasCustomPrompt="1"/>
          </p:nvPr>
        </p:nvSpPr>
        <p:spPr>
          <a:xfrm>
            <a:off x="4616386" y="4372568"/>
            <a:ext cx="2973372" cy="1408471"/>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text</a:t>
            </a:r>
          </a:p>
        </p:txBody>
      </p:sp>
      <p:cxnSp>
        <p:nvCxnSpPr>
          <p:cNvPr id="12" name="Straight Connector 11">
            <a:extLst>
              <a:ext uri="{FF2B5EF4-FFF2-40B4-BE49-F238E27FC236}">
                <a16:creationId xmlns:a16="http://schemas.microsoft.com/office/drawing/2014/main" id="{3CA77083-F133-420F-93AD-77761878E852}"/>
              </a:ext>
            </a:extLst>
          </p:cNvPr>
          <p:cNvCxnSpPr/>
          <p:nvPr userDrawn="1"/>
        </p:nvCxnSpPr>
        <p:spPr>
          <a:xfrm>
            <a:off x="7806430" y="1679383"/>
            <a:ext cx="0" cy="426421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1" name="Picture Placeholder 3">
            <a:extLst>
              <a:ext uri="{FF2B5EF4-FFF2-40B4-BE49-F238E27FC236}">
                <a16:creationId xmlns:a16="http://schemas.microsoft.com/office/drawing/2014/main" id="{DDD8951C-5A36-4D07-AB7C-0F597B3D797D}"/>
              </a:ext>
            </a:extLst>
          </p:cNvPr>
          <p:cNvSpPr>
            <a:spLocks noGrp="1"/>
          </p:cNvSpPr>
          <p:nvPr>
            <p:ph type="pic" sz="quarter" idx="17"/>
          </p:nvPr>
        </p:nvSpPr>
        <p:spPr>
          <a:xfrm>
            <a:off x="8072642" y="1684461"/>
            <a:ext cx="3166858" cy="1621608"/>
          </a:xfrm>
        </p:spPr>
        <p:txBody>
          <a:bodyPr/>
          <a:lstStyle>
            <a:lvl1pPr>
              <a:buNone/>
              <a:defRPr/>
            </a:lvl1pPr>
          </a:lstStyle>
          <a:p>
            <a:endParaRPr lang="en-US"/>
          </a:p>
        </p:txBody>
      </p:sp>
      <p:sp>
        <p:nvSpPr>
          <p:cNvPr id="17" name="Content Placeholder 2">
            <a:extLst>
              <a:ext uri="{FF2B5EF4-FFF2-40B4-BE49-F238E27FC236}">
                <a16:creationId xmlns:a16="http://schemas.microsoft.com/office/drawing/2014/main" id="{D4DB30FF-E82C-424F-A06C-EFC3CFC45E36}"/>
              </a:ext>
            </a:extLst>
          </p:cNvPr>
          <p:cNvSpPr>
            <a:spLocks noGrp="1"/>
          </p:cNvSpPr>
          <p:nvPr>
            <p:ph idx="13" hasCustomPrompt="1"/>
          </p:nvPr>
        </p:nvSpPr>
        <p:spPr>
          <a:xfrm>
            <a:off x="8063514" y="3537679"/>
            <a:ext cx="3166740" cy="754602"/>
          </a:xfrm>
        </p:spPr>
        <p:txBody>
          <a:bodyPr lIns="0" tIns="0" rIns="0" bIns="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header</a:t>
            </a:r>
          </a:p>
        </p:txBody>
      </p:sp>
      <p:sp>
        <p:nvSpPr>
          <p:cNvPr id="18" name="Content Placeholder 2">
            <a:extLst>
              <a:ext uri="{FF2B5EF4-FFF2-40B4-BE49-F238E27FC236}">
                <a16:creationId xmlns:a16="http://schemas.microsoft.com/office/drawing/2014/main" id="{36DC4408-89C4-4D74-957E-B2A4D59F76AE}"/>
              </a:ext>
            </a:extLst>
          </p:cNvPr>
          <p:cNvSpPr>
            <a:spLocks noGrp="1"/>
          </p:cNvSpPr>
          <p:nvPr>
            <p:ph idx="14" hasCustomPrompt="1"/>
          </p:nvPr>
        </p:nvSpPr>
        <p:spPr>
          <a:xfrm>
            <a:off x="8063515" y="4372568"/>
            <a:ext cx="3166740" cy="1408471"/>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text</a:t>
            </a:r>
          </a:p>
        </p:txBody>
      </p:sp>
      <p:sp>
        <p:nvSpPr>
          <p:cNvPr id="23" name="Rectangle 22">
            <a:extLst>
              <a:ext uri="{FF2B5EF4-FFF2-40B4-BE49-F238E27FC236}">
                <a16:creationId xmlns:a16="http://schemas.microsoft.com/office/drawing/2014/main" id="{02DAB539-1500-4641-B587-77CADD883496}"/>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26" name="Picture 25" descr="The University of Iowa">
            <a:extLst>
              <a:ext uri="{FF2B5EF4-FFF2-40B4-BE49-F238E27FC236}">
                <a16:creationId xmlns:a16="http://schemas.microsoft.com/office/drawing/2014/main" id="{425DB221-2568-9A44-ABC3-1ED0E0B41E19}"/>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25" name="Footer Placeholder 4">
            <a:extLst>
              <a:ext uri="{FF2B5EF4-FFF2-40B4-BE49-F238E27FC236}">
                <a16:creationId xmlns:a16="http://schemas.microsoft.com/office/drawing/2014/main" id="{6E30D721-4805-D344-A3E0-90A8F1D568DF}"/>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0">
                <a:solidFill>
                  <a:schemeClr val="bg1"/>
                </a:solidFill>
              </a:defRPr>
            </a:lvl1pPr>
          </a:lstStyle>
          <a:p>
            <a:r>
              <a:rPr lang="en-US"/>
              <a:t>Insert-&gt;Header and Footer-&gt;Type Customizable Name</a:t>
            </a:r>
            <a:endParaRPr lang="en-US" b="0"/>
          </a:p>
        </p:txBody>
      </p:sp>
      <p:sp>
        <p:nvSpPr>
          <p:cNvPr id="2" name="Slide Number Placeholder 1">
            <a:extLst>
              <a:ext uri="{FF2B5EF4-FFF2-40B4-BE49-F238E27FC236}">
                <a16:creationId xmlns:a16="http://schemas.microsoft.com/office/drawing/2014/main" id="{A07FD898-F87A-8D2E-DCCB-72352316B37C}"/>
              </a:ext>
            </a:extLst>
          </p:cNvPr>
          <p:cNvSpPr>
            <a:spLocks noGrp="1"/>
          </p:cNvSpPr>
          <p:nvPr>
            <p:ph type="sldNum" sz="quarter" idx="18"/>
          </p:nvPr>
        </p:nvSpPr>
        <p:spPr/>
        <p:txBody>
          <a:bodyPr/>
          <a:lstStyle/>
          <a:p>
            <a:fld id="{C6684DFB-8BCD-4B6F-9AA1-83F3BA61DF41}" type="slidenum">
              <a:rPr lang="en-US" smtClean="0"/>
              <a:pPr/>
              <a:t>‹#›</a:t>
            </a:fld>
            <a:endParaRPr lang="en-US"/>
          </a:p>
        </p:txBody>
      </p:sp>
    </p:spTree>
    <p:extLst>
      <p:ext uri="{BB962C8B-B14F-4D97-AF65-F5344CB8AC3E}">
        <p14:creationId xmlns:p14="http://schemas.microsoft.com/office/powerpoint/2010/main" val="2664682089"/>
      </p:ext>
    </p:extLst>
  </p:cSld>
  <p:clrMapOvr>
    <a:masterClrMapping/>
  </p:clrMapOvr>
  <p:extLst>
    <p:ext uri="{DCECCB84-F9BA-43D5-87BE-67443E8EF086}">
      <p15:sldGuideLst xmlns:p15="http://schemas.microsoft.com/office/powerpoint/2012/main">
        <p15:guide id="2" pos="598">
          <p15:clr>
            <a:srgbClr val="FBAE40"/>
          </p15:clr>
        </p15:guide>
        <p15:guide id="3" pos="7080">
          <p15:clr>
            <a:srgbClr val="FBAE40"/>
          </p15:clr>
        </p15:guide>
        <p15:guide id="4" pos="3840">
          <p15:clr>
            <a:srgbClr val="FBAE40"/>
          </p15:clr>
        </p15:guide>
        <p15:guide id="5" orient="horz" pos="1054">
          <p15:clr>
            <a:srgbClr val="FBAE40"/>
          </p15:clr>
        </p15:guide>
        <p15:guide id="7" orient="horz" pos="3744">
          <p15:clr>
            <a:srgbClr val="FBAE40"/>
          </p15:clr>
        </p15:guide>
        <p15:guide id="8" orient="horz" pos="697">
          <p15:clr>
            <a:srgbClr val="FBAE40"/>
          </p15:clr>
        </p15:guide>
        <p15:guide id="9" orient="horz" pos="2400"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our Column Photo Layout">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D42FEC1B-FCF8-4508-B227-27323879AC52}"/>
              </a:ext>
            </a:extLst>
          </p:cNvPr>
          <p:cNvSpPr>
            <a:spLocks noGrp="1"/>
          </p:cNvSpPr>
          <p:nvPr userDrawn="1">
            <p:ph type="title"/>
          </p:nvPr>
        </p:nvSpPr>
        <p:spPr>
          <a:xfrm>
            <a:off x="952499" y="526777"/>
            <a:ext cx="10287001" cy="869089"/>
          </a:xfrm>
        </p:spPr>
        <p:txBody>
          <a:bodyPr lIns="0" tIns="0" rIns="0" bIns="0"/>
          <a:lstStyle>
            <a:lvl1pPr>
              <a:defRPr>
                <a:latin typeface="Roboto" panose="02000000000000000000" pitchFamily="2" charset="0"/>
                <a:ea typeface="Roboto" panose="02000000000000000000" pitchFamily="2"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E7D57D41-E534-4387-8837-F27E5C2408BD}"/>
              </a:ext>
            </a:extLst>
          </p:cNvPr>
          <p:cNvCxnSpPr>
            <a:cxnSpLocks/>
          </p:cNvCxnSpPr>
          <p:nvPr userDrawn="1"/>
        </p:nvCxnSpPr>
        <p:spPr>
          <a:xfrm>
            <a:off x="952498"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26" name="Picture Placeholder 3">
            <a:extLst>
              <a:ext uri="{FF2B5EF4-FFF2-40B4-BE49-F238E27FC236}">
                <a16:creationId xmlns:a16="http://schemas.microsoft.com/office/drawing/2014/main" id="{E21D4365-BAA8-4F76-87AD-1A328301E298}"/>
              </a:ext>
            </a:extLst>
          </p:cNvPr>
          <p:cNvSpPr>
            <a:spLocks noGrp="1"/>
          </p:cNvSpPr>
          <p:nvPr>
            <p:ph type="pic" sz="quarter" idx="19"/>
          </p:nvPr>
        </p:nvSpPr>
        <p:spPr>
          <a:xfrm>
            <a:off x="949325" y="1684461"/>
            <a:ext cx="2373939" cy="1621608"/>
          </a:xfrm>
        </p:spPr>
        <p:txBody>
          <a:bodyPr/>
          <a:lstStyle>
            <a:lvl1pPr>
              <a:buNone/>
              <a:defRPr/>
            </a:lvl1pPr>
          </a:lstStyle>
          <a:p>
            <a:endParaRPr lang="en-US"/>
          </a:p>
        </p:txBody>
      </p: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952500" y="3545060"/>
            <a:ext cx="2358867" cy="754602"/>
          </a:xfrm>
        </p:spPr>
        <p:txBody>
          <a:bodyPr lIns="0" tIns="0" rIns="0" bIns="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userDrawn="1">
            <p:ph idx="10" hasCustomPrompt="1"/>
          </p:nvPr>
        </p:nvSpPr>
        <p:spPr>
          <a:xfrm>
            <a:off x="952501" y="4372570"/>
            <a:ext cx="2358867" cy="1408472"/>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text</a:t>
            </a:r>
          </a:p>
        </p:txBody>
      </p:sp>
      <p:cxnSp>
        <p:nvCxnSpPr>
          <p:cNvPr id="11" name="Straight Connector 10">
            <a:extLst>
              <a:ext uri="{FF2B5EF4-FFF2-40B4-BE49-F238E27FC236}">
                <a16:creationId xmlns:a16="http://schemas.microsoft.com/office/drawing/2014/main" id="{7336E4CD-9037-4D69-A3E3-6380D9131A19}"/>
              </a:ext>
            </a:extLst>
          </p:cNvPr>
          <p:cNvCxnSpPr/>
          <p:nvPr userDrawn="1"/>
        </p:nvCxnSpPr>
        <p:spPr>
          <a:xfrm>
            <a:off x="3441180" y="1686757"/>
            <a:ext cx="0" cy="4256844"/>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4" name="Picture Placeholder 3">
            <a:extLst>
              <a:ext uri="{FF2B5EF4-FFF2-40B4-BE49-F238E27FC236}">
                <a16:creationId xmlns:a16="http://schemas.microsoft.com/office/drawing/2014/main" id="{EB10E167-B94B-AD40-958C-D9E0F8F9DF4A}"/>
              </a:ext>
            </a:extLst>
          </p:cNvPr>
          <p:cNvSpPr>
            <a:spLocks noGrp="1"/>
          </p:cNvSpPr>
          <p:nvPr userDrawn="1">
            <p:ph type="pic" sz="quarter" idx="23"/>
          </p:nvPr>
        </p:nvSpPr>
        <p:spPr>
          <a:xfrm>
            <a:off x="3593362" y="1684461"/>
            <a:ext cx="2373939" cy="1621608"/>
          </a:xfrm>
        </p:spPr>
        <p:txBody>
          <a:bodyPr/>
          <a:lstStyle>
            <a:lvl1pPr>
              <a:buNone/>
              <a:defRPr/>
            </a:lvl1pPr>
          </a:lstStyle>
          <a:p>
            <a:endParaRPr lang="en-US"/>
          </a:p>
        </p:txBody>
      </p:sp>
      <p:sp>
        <p:nvSpPr>
          <p:cNvPr id="25" name="Content Placeholder 2">
            <a:extLst>
              <a:ext uri="{FF2B5EF4-FFF2-40B4-BE49-F238E27FC236}">
                <a16:creationId xmlns:a16="http://schemas.microsoft.com/office/drawing/2014/main" id="{C03DF098-BB37-5848-9388-750D29EFC657}"/>
              </a:ext>
            </a:extLst>
          </p:cNvPr>
          <p:cNvSpPr>
            <a:spLocks noGrp="1"/>
          </p:cNvSpPr>
          <p:nvPr userDrawn="1">
            <p:ph idx="24" hasCustomPrompt="1"/>
          </p:nvPr>
        </p:nvSpPr>
        <p:spPr>
          <a:xfrm>
            <a:off x="3630386" y="3545060"/>
            <a:ext cx="2358867" cy="754602"/>
          </a:xfrm>
        </p:spPr>
        <p:txBody>
          <a:bodyPr lIns="0" tIns="0" rIns="0" bIns="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header</a:t>
            </a:r>
          </a:p>
        </p:txBody>
      </p:sp>
      <p:sp>
        <p:nvSpPr>
          <p:cNvPr id="33" name="Content Placeholder 2">
            <a:extLst>
              <a:ext uri="{FF2B5EF4-FFF2-40B4-BE49-F238E27FC236}">
                <a16:creationId xmlns:a16="http://schemas.microsoft.com/office/drawing/2014/main" id="{6FE4DEF0-41BC-4548-B7BA-1E5B0231AFFD}"/>
              </a:ext>
            </a:extLst>
          </p:cNvPr>
          <p:cNvSpPr>
            <a:spLocks noGrp="1"/>
          </p:cNvSpPr>
          <p:nvPr userDrawn="1">
            <p:ph idx="25" hasCustomPrompt="1"/>
          </p:nvPr>
        </p:nvSpPr>
        <p:spPr>
          <a:xfrm>
            <a:off x="3630387" y="4372570"/>
            <a:ext cx="2358867" cy="1408472"/>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text</a:t>
            </a:r>
          </a:p>
        </p:txBody>
      </p:sp>
      <p:cxnSp>
        <p:nvCxnSpPr>
          <p:cNvPr id="22" name="Straight Connector 21">
            <a:extLst>
              <a:ext uri="{FF2B5EF4-FFF2-40B4-BE49-F238E27FC236}">
                <a16:creationId xmlns:a16="http://schemas.microsoft.com/office/drawing/2014/main" id="{CEF932C4-F1C3-47F2-84B8-FEC885C1843C}"/>
              </a:ext>
            </a:extLst>
          </p:cNvPr>
          <p:cNvCxnSpPr/>
          <p:nvPr userDrawn="1"/>
        </p:nvCxnSpPr>
        <p:spPr>
          <a:xfrm>
            <a:off x="6095740" y="1686758"/>
            <a:ext cx="0" cy="4293629"/>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34" name="Picture Placeholder 3">
            <a:extLst>
              <a:ext uri="{FF2B5EF4-FFF2-40B4-BE49-F238E27FC236}">
                <a16:creationId xmlns:a16="http://schemas.microsoft.com/office/drawing/2014/main" id="{864CDDAA-23B4-C842-845C-7640D95F2B65}"/>
              </a:ext>
            </a:extLst>
          </p:cNvPr>
          <p:cNvSpPr>
            <a:spLocks noGrp="1"/>
          </p:cNvSpPr>
          <p:nvPr userDrawn="1">
            <p:ph type="pic" sz="quarter" idx="26"/>
          </p:nvPr>
        </p:nvSpPr>
        <p:spPr>
          <a:xfrm>
            <a:off x="6237399" y="1684461"/>
            <a:ext cx="2373939" cy="1621608"/>
          </a:xfrm>
        </p:spPr>
        <p:txBody>
          <a:bodyPr/>
          <a:lstStyle>
            <a:lvl1pPr>
              <a:buNone/>
              <a:defRPr/>
            </a:lvl1pPr>
          </a:lstStyle>
          <a:p>
            <a:endParaRPr lang="en-US"/>
          </a:p>
        </p:txBody>
      </p:sp>
      <p:sp>
        <p:nvSpPr>
          <p:cNvPr id="35" name="Content Placeholder 2">
            <a:extLst>
              <a:ext uri="{FF2B5EF4-FFF2-40B4-BE49-F238E27FC236}">
                <a16:creationId xmlns:a16="http://schemas.microsoft.com/office/drawing/2014/main" id="{DEB8CCE3-3756-5947-84B2-DFCA00A013F6}"/>
              </a:ext>
            </a:extLst>
          </p:cNvPr>
          <p:cNvSpPr>
            <a:spLocks noGrp="1"/>
          </p:cNvSpPr>
          <p:nvPr userDrawn="1">
            <p:ph idx="27" hasCustomPrompt="1"/>
          </p:nvPr>
        </p:nvSpPr>
        <p:spPr>
          <a:xfrm>
            <a:off x="6242957" y="3545060"/>
            <a:ext cx="2358867" cy="754602"/>
          </a:xfrm>
        </p:spPr>
        <p:txBody>
          <a:bodyPr lIns="0" tIns="0" rIns="0" bIns="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header</a:t>
            </a:r>
          </a:p>
        </p:txBody>
      </p:sp>
      <p:sp>
        <p:nvSpPr>
          <p:cNvPr id="36" name="Content Placeholder 2">
            <a:extLst>
              <a:ext uri="{FF2B5EF4-FFF2-40B4-BE49-F238E27FC236}">
                <a16:creationId xmlns:a16="http://schemas.microsoft.com/office/drawing/2014/main" id="{09C56F7D-4836-1E4F-BD4C-CB150E12E098}"/>
              </a:ext>
            </a:extLst>
          </p:cNvPr>
          <p:cNvSpPr>
            <a:spLocks noGrp="1"/>
          </p:cNvSpPr>
          <p:nvPr userDrawn="1">
            <p:ph idx="28" hasCustomPrompt="1"/>
          </p:nvPr>
        </p:nvSpPr>
        <p:spPr>
          <a:xfrm>
            <a:off x="6242958" y="4372570"/>
            <a:ext cx="2358867" cy="1408472"/>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text</a:t>
            </a:r>
          </a:p>
        </p:txBody>
      </p:sp>
      <p:cxnSp>
        <p:nvCxnSpPr>
          <p:cNvPr id="12" name="Straight Connector 11">
            <a:extLst>
              <a:ext uri="{FF2B5EF4-FFF2-40B4-BE49-F238E27FC236}">
                <a16:creationId xmlns:a16="http://schemas.microsoft.com/office/drawing/2014/main" id="{3CA77083-F133-420F-93AD-77761878E852}"/>
              </a:ext>
            </a:extLst>
          </p:cNvPr>
          <p:cNvCxnSpPr/>
          <p:nvPr userDrawn="1"/>
        </p:nvCxnSpPr>
        <p:spPr>
          <a:xfrm>
            <a:off x="8750300" y="1686757"/>
            <a:ext cx="0" cy="4256844"/>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30" name="Picture Placeholder 3">
            <a:extLst>
              <a:ext uri="{FF2B5EF4-FFF2-40B4-BE49-F238E27FC236}">
                <a16:creationId xmlns:a16="http://schemas.microsoft.com/office/drawing/2014/main" id="{06A5C640-1D0E-4428-AC28-148AE98A7B34}"/>
              </a:ext>
            </a:extLst>
          </p:cNvPr>
          <p:cNvSpPr>
            <a:spLocks noGrp="1"/>
          </p:cNvSpPr>
          <p:nvPr userDrawn="1">
            <p:ph type="pic" sz="quarter" idx="22"/>
          </p:nvPr>
        </p:nvSpPr>
        <p:spPr>
          <a:xfrm>
            <a:off x="8881435" y="1680693"/>
            <a:ext cx="2349365" cy="1621608"/>
          </a:xfrm>
        </p:spPr>
        <p:txBody>
          <a:bodyPr/>
          <a:lstStyle>
            <a:lvl1pPr>
              <a:buNone/>
              <a:defRPr/>
            </a:lvl1pPr>
          </a:lstStyle>
          <a:p>
            <a:endParaRPr lang="en-US"/>
          </a:p>
        </p:txBody>
      </p:sp>
      <p:sp>
        <p:nvSpPr>
          <p:cNvPr id="19" name="Content Placeholder 2">
            <a:extLst>
              <a:ext uri="{FF2B5EF4-FFF2-40B4-BE49-F238E27FC236}">
                <a16:creationId xmlns:a16="http://schemas.microsoft.com/office/drawing/2014/main" id="{A07502CC-5B90-4BCF-B63B-36D026C9AE96}"/>
              </a:ext>
            </a:extLst>
          </p:cNvPr>
          <p:cNvSpPr>
            <a:spLocks noGrp="1"/>
          </p:cNvSpPr>
          <p:nvPr userDrawn="1">
            <p:ph idx="15" hasCustomPrompt="1"/>
          </p:nvPr>
        </p:nvSpPr>
        <p:spPr>
          <a:xfrm>
            <a:off x="8875080" y="3548916"/>
            <a:ext cx="2358867" cy="754602"/>
          </a:xfrm>
        </p:spPr>
        <p:txBody>
          <a:bodyPr lIns="0" tIns="0" rIns="0" bIns="0">
            <a:normAutofit/>
          </a:bodyPr>
          <a:lstStyle>
            <a:lvl1pPr marL="0" indent="0">
              <a:buSzPct val="95000"/>
              <a:buFont typeface="Arial" panose="020B0604020202020204" pitchFamily="34" charset="0"/>
              <a:buNone/>
              <a:defRPr sz="24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header</a:t>
            </a:r>
          </a:p>
        </p:txBody>
      </p:sp>
      <p:sp>
        <p:nvSpPr>
          <p:cNvPr id="20" name="Content Placeholder 2">
            <a:extLst>
              <a:ext uri="{FF2B5EF4-FFF2-40B4-BE49-F238E27FC236}">
                <a16:creationId xmlns:a16="http://schemas.microsoft.com/office/drawing/2014/main" id="{F169EF16-BA54-4279-A087-A65E4F26675F}"/>
              </a:ext>
            </a:extLst>
          </p:cNvPr>
          <p:cNvSpPr>
            <a:spLocks noGrp="1"/>
          </p:cNvSpPr>
          <p:nvPr userDrawn="1">
            <p:ph idx="16" hasCustomPrompt="1"/>
          </p:nvPr>
        </p:nvSpPr>
        <p:spPr>
          <a:xfrm>
            <a:off x="8875081" y="4362520"/>
            <a:ext cx="2358867" cy="1408470"/>
          </a:xfrm>
        </p:spPr>
        <p:txBody>
          <a:bodyPr lIns="0" tIns="0" rIns="0" bIns="0">
            <a:normAutofit/>
          </a:bodyPr>
          <a:lstStyle>
            <a:lvl1pPr marL="0" indent="0">
              <a:buSzPct val="95000"/>
              <a:buFont typeface="Arial" panose="020B0604020202020204" pitchFamily="34" charset="0"/>
              <a:buNone/>
              <a:defRPr sz="18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text</a:t>
            </a:r>
          </a:p>
        </p:txBody>
      </p:sp>
      <p:sp>
        <p:nvSpPr>
          <p:cNvPr id="23" name="Rectangle 22">
            <a:extLst>
              <a:ext uri="{FF2B5EF4-FFF2-40B4-BE49-F238E27FC236}">
                <a16:creationId xmlns:a16="http://schemas.microsoft.com/office/drawing/2014/main" id="{CA720753-9BFD-2840-9C93-FF72942ED6E3}"/>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32" name="Picture 31" descr="The University of Iowa">
            <a:extLst>
              <a:ext uri="{FF2B5EF4-FFF2-40B4-BE49-F238E27FC236}">
                <a16:creationId xmlns:a16="http://schemas.microsoft.com/office/drawing/2014/main" id="{710BB67D-293B-374F-89FC-5F2EBF9F2923}"/>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31" name="Footer Placeholder 4">
            <a:extLst>
              <a:ext uri="{FF2B5EF4-FFF2-40B4-BE49-F238E27FC236}">
                <a16:creationId xmlns:a16="http://schemas.microsoft.com/office/drawing/2014/main" id="{9EE9B966-22C9-0D4A-8DF7-FFA7CF9C9DD8}"/>
              </a:ext>
            </a:extLst>
          </p:cNvPr>
          <p:cNvSpPr>
            <a:spLocks noGrp="1"/>
          </p:cNvSpPr>
          <p:nvPr userDrawn="1">
            <p:ph type="ftr" sz="quarter" idx="3"/>
          </p:nvPr>
        </p:nvSpPr>
        <p:spPr>
          <a:xfrm>
            <a:off x="2519853" y="6441192"/>
            <a:ext cx="8684173" cy="365125"/>
          </a:xfrm>
          <a:prstGeom prst="rect">
            <a:avLst/>
          </a:prstGeom>
        </p:spPr>
        <p:txBody>
          <a:bodyPr vert="horz" lIns="91440" tIns="45720" rIns="91440" bIns="45720" rtlCol="0" anchor="ctr"/>
          <a:lstStyle>
            <a:lvl1pPr algn="l">
              <a:defRPr sz="1400" b="0">
                <a:solidFill>
                  <a:schemeClr val="bg1"/>
                </a:solidFill>
              </a:defRPr>
            </a:lvl1pPr>
          </a:lstStyle>
          <a:p>
            <a:r>
              <a:rPr lang="en-US"/>
              <a:t>Insert-&gt;Header and Footer-&gt;Type Customizable Name</a:t>
            </a:r>
            <a:endParaRPr lang="en-US" b="0"/>
          </a:p>
        </p:txBody>
      </p:sp>
      <p:sp>
        <p:nvSpPr>
          <p:cNvPr id="2" name="Slide Number Placeholder 1">
            <a:extLst>
              <a:ext uri="{FF2B5EF4-FFF2-40B4-BE49-F238E27FC236}">
                <a16:creationId xmlns:a16="http://schemas.microsoft.com/office/drawing/2014/main" id="{B65966A9-CD5A-4642-90C1-F11B0C05DEA7}"/>
              </a:ext>
            </a:extLst>
          </p:cNvPr>
          <p:cNvSpPr>
            <a:spLocks noGrp="1"/>
          </p:cNvSpPr>
          <p:nvPr>
            <p:ph type="sldNum" sz="quarter" idx="29"/>
          </p:nvPr>
        </p:nvSpPr>
        <p:spPr/>
        <p:txBody>
          <a:bodyPr/>
          <a:lstStyle/>
          <a:p>
            <a:fld id="{C6684DFB-8BCD-4B6F-9AA1-83F3BA61DF41}" type="slidenum">
              <a:rPr lang="en-US" smtClean="0"/>
              <a:pPr/>
              <a:t>‹#›</a:t>
            </a:fld>
            <a:endParaRPr lang="en-US"/>
          </a:p>
        </p:txBody>
      </p:sp>
    </p:spTree>
    <p:extLst>
      <p:ext uri="{BB962C8B-B14F-4D97-AF65-F5344CB8AC3E}">
        <p14:creationId xmlns:p14="http://schemas.microsoft.com/office/powerpoint/2010/main" val="3170021997"/>
      </p:ext>
    </p:extLst>
  </p:cSld>
  <p:clrMapOvr>
    <a:masterClrMapping/>
  </p:clrMapOvr>
  <p:extLst>
    <p:ext uri="{DCECCB84-F9BA-43D5-87BE-67443E8EF086}">
      <p15:sldGuideLst xmlns:p15="http://schemas.microsoft.com/office/powerpoint/2012/main">
        <p15:guide id="1" orient="horz" pos="2400" userDrawn="1">
          <p15:clr>
            <a:srgbClr val="FBAE40"/>
          </p15:clr>
        </p15:guide>
        <p15:guide id="2" pos="598">
          <p15:clr>
            <a:srgbClr val="FBAE40"/>
          </p15:clr>
        </p15:guide>
        <p15:guide id="3" pos="7080">
          <p15:clr>
            <a:srgbClr val="FBAE40"/>
          </p15:clr>
        </p15:guide>
        <p15:guide id="4" pos="3840">
          <p15:clr>
            <a:srgbClr val="FBAE40"/>
          </p15:clr>
        </p15:guide>
        <p15:guide id="5" orient="horz" pos="1054">
          <p15:clr>
            <a:srgbClr val="FBAE40"/>
          </p15:clr>
        </p15:guide>
        <p15:guide id="6" orient="horz" pos="3744">
          <p15:clr>
            <a:srgbClr val="FBAE40"/>
          </p15:clr>
        </p15:guide>
        <p15:guide id="7" orient="horz" pos="69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ive Column Photo Layout">
    <p:spTree>
      <p:nvGrpSpPr>
        <p:cNvPr id="1" name=""/>
        <p:cNvGrpSpPr/>
        <p:nvPr/>
      </p:nvGrpSpPr>
      <p:grpSpPr>
        <a:xfrm>
          <a:off x="0" y="0"/>
          <a:ext cx="0" cy="0"/>
          <a:chOff x="0" y="0"/>
          <a:chExt cx="0" cy="0"/>
        </a:xfrm>
      </p:grpSpPr>
      <p:sp>
        <p:nvSpPr>
          <p:cNvPr id="37" name="Title 1">
            <a:extLst>
              <a:ext uri="{FF2B5EF4-FFF2-40B4-BE49-F238E27FC236}">
                <a16:creationId xmlns:a16="http://schemas.microsoft.com/office/drawing/2014/main" id="{8F3E476F-E407-4406-BB4F-38E54533153E}"/>
              </a:ext>
            </a:extLst>
          </p:cNvPr>
          <p:cNvSpPr>
            <a:spLocks noGrp="1"/>
          </p:cNvSpPr>
          <p:nvPr>
            <p:ph type="title"/>
          </p:nvPr>
        </p:nvSpPr>
        <p:spPr>
          <a:xfrm>
            <a:off x="952499" y="526777"/>
            <a:ext cx="10287001" cy="869089"/>
          </a:xfrm>
        </p:spPr>
        <p:txBody>
          <a:bodyPr lIns="0" tIns="0" rIns="0" bIns="0"/>
          <a:lstStyle>
            <a:lvl1pPr>
              <a:defRPr>
                <a:latin typeface="Roboto" panose="02000000000000000000" pitchFamily="2" charset="0"/>
                <a:ea typeface="Roboto" panose="02000000000000000000" pitchFamily="2"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E7D57D41-E534-4387-8837-F27E5C2408BD}"/>
              </a:ext>
            </a:extLst>
          </p:cNvPr>
          <p:cNvCxnSpPr>
            <a:cxnSpLocks/>
          </p:cNvCxnSpPr>
          <p:nvPr userDrawn="1"/>
        </p:nvCxnSpPr>
        <p:spPr>
          <a:xfrm>
            <a:off x="952498"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32" name="Picture Placeholder 3">
            <a:extLst>
              <a:ext uri="{FF2B5EF4-FFF2-40B4-BE49-F238E27FC236}">
                <a16:creationId xmlns:a16="http://schemas.microsoft.com/office/drawing/2014/main" id="{14F11A61-EE32-4596-8BBC-0626131F1E6F}"/>
              </a:ext>
            </a:extLst>
          </p:cNvPr>
          <p:cNvSpPr>
            <a:spLocks noGrp="1"/>
          </p:cNvSpPr>
          <p:nvPr>
            <p:ph type="pic" sz="quarter" idx="19"/>
          </p:nvPr>
        </p:nvSpPr>
        <p:spPr>
          <a:xfrm>
            <a:off x="952499" y="1684461"/>
            <a:ext cx="1832437" cy="1621608"/>
          </a:xfrm>
        </p:spPr>
        <p:txBody>
          <a:bodyPr/>
          <a:lstStyle>
            <a:lvl1pPr>
              <a:buNone/>
              <a:defRPr/>
            </a:lvl1pPr>
          </a:lstStyle>
          <a:p>
            <a:endParaRPr lang="en-US"/>
          </a:p>
        </p:txBody>
      </p: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952501" y="3545060"/>
            <a:ext cx="1826629" cy="667670"/>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userDrawn="1">
            <p:ph idx="10" hasCustomPrompt="1"/>
          </p:nvPr>
        </p:nvSpPr>
        <p:spPr>
          <a:xfrm>
            <a:off x="952502" y="4275590"/>
            <a:ext cx="1826629" cy="1408470"/>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text</a:t>
            </a:r>
          </a:p>
        </p:txBody>
      </p:sp>
      <p:cxnSp>
        <p:nvCxnSpPr>
          <p:cNvPr id="11" name="Straight Connector 10">
            <a:extLst>
              <a:ext uri="{FF2B5EF4-FFF2-40B4-BE49-F238E27FC236}">
                <a16:creationId xmlns:a16="http://schemas.microsoft.com/office/drawing/2014/main" id="{7336E4CD-9037-4D69-A3E3-6380D9131A19}"/>
              </a:ext>
            </a:extLst>
          </p:cNvPr>
          <p:cNvCxnSpPr>
            <a:cxnSpLocks/>
          </p:cNvCxnSpPr>
          <p:nvPr userDrawn="1"/>
        </p:nvCxnSpPr>
        <p:spPr>
          <a:xfrm>
            <a:off x="2924781" y="1686759"/>
            <a:ext cx="0" cy="425684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45" name="Picture Placeholder 3">
            <a:extLst>
              <a:ext uri="{FF2B5EF4-FFF2-40B4-BE49-F238E27FC236}">
                <a16:creationId xmlns:a16="http://schemas.microsoft.com/office/drawing/2014/main" id="{10B80E7E-3ECA-A84C-BBC2-DF9FD6DED4FD}"/>
              </a:ext>
            </a:extLst>
          </p:cNvPr>
          <p:cNvSpPr>
            <a:spLocks noGrp="1"/>
          </p:cNvSpPr>
          <p:nvPr>
            <p:ph type="pic" sz="quarter" idx="28"/>
          </p:nvPr>
        </p:nvSpPr>
        <p:spPr>
          <a:xfrm>
            <a:off x="3053442" y="1684461"/>
            <a:ext cx="1832437" cy="1621608"/>
          </a:xfrm>
        </p:spPr>
        <p:txBody>
          <a:bodyPr/>
          <a:lstStyle>
            <a:lvl1pPr>
              <a:buNone/>
              <a:defRPr/>
            </a:lvl1pPr>
          </a:lstStyle>
          <a:p>
            <a:endParaRPr lang="en-US"/>
          </a:p>
        </p:txBody>
      </p:sp>
      <p:sp>
        <p:nvSpPr>
          <p:cNvPr id="44" name="Content Placeholder 2">
            <a:extLst>
              <a:ext uri="{FF2B5EF4-FFF2-40B4-BE49-F238E27FC236}">
                <a16:creationId xmlns:a16="http://schemas.microsoft.com/office/drawing/2014/main" id="{AB9C78E2-4679-F844-BB37-D2E07B542CA3}"/>
              </a:ext>
            </a:extLst>
          </p:cNvPr>
          <p:cNvSpPr>
            <a:spLocks noGrp="1"/>
          </p:cNvSpPr>
          <p:nvPr>
            <p:ph idx="27" hasCustomPrompt="1"/>
          </p:nvPr>
        </p:nvSpPr>
        <p:spPr>
          <a:xfrm>
            <a:off x="3053444" y="3545060"/>
            <a:ext cx="1826629" cy="667670"/>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header</a:t>
            </a:r>
          </a:p>
        </p:txBody>
      </p:sp>
      <p:sp>
        <p:nvSpPr>
          <p:cNvPr id="35" name="Content Placeholder 2">
            <a:extLst>
              <a:ext uri="{FF2B5EF4-FFF2-40B4-BE49-F238E27FC236}">
                <a16:creationId xmlns:a16="http://schemas.microsoft.com/office/drawing/2014/main" id="{0F3EA205-7109-BC44-BA2C-7704780449E8}"/>
              </a:ext>
            </a:extLst>
          </p:cNvPr>
          <p:cNvSpPr>
            <a:spLocks noGrp="1"/>
          </p:cNvSpPr>
          <p:nvPr>
            <p:ph idx="26" hasCustomPrompt="1"/>
          </p:nvPr>
        </p:nvSpPr>
        <p:spPr>
          <a:xfrm>
            <a:off x="3053445" y="4275590"/>
            <a:ext cx="1826629" cy="1408470"/>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text</a:t>
            </a:r>
          </a:p>
        </p:txBody>
      </p:sp>
      <p:cxnSp>
        <p:nvCxnSpPr>
          <p:cNvPr id="22" name="Straight Connector 21">
            <a:extLst>
              <a:ext uri="{FF2B5EF4-FFF2-40B4-BE49-F238E27FC236}">
                <a16:creationId xmlns:a16="http://schemas.microsoft.com/office/drawing/2014/main" id="{CEF932C4-F1C3-47F2-84B8-FEC885C1843C}"/>
              </a:ext>
            </a:extLst>
          </p:cNvPr>
          <p:cNvCxnSpPr>
            <a:cxnSpLocks/>
          </p:cNvCxnSpPr>
          <p:nvPr userDrawn="1"/>
        </p:nvCxnSpPr>
        <p:spPr>
          <a:xfrm>
            <a:off x="5036631" y="1686759"/>
            <a:ext cx="0" cy="4256842"/>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48" name="Picture Placeholder 3">
            <a:extLst>
              <a:ext uri="{FF2B5EF4-FFF2-40B4-BE49-F238E27FC236}">
                <a16:creationId xmlns:a16="http://schemas.microsoft.com/office/drawing/2014/main" id="{4EF24A51-2D82-AA40-8405-8CFEC6F5CB5D}"/>
              </a:ext>
            </a:extLst>
          </p:cNvPr>
          <p:cNvSpPr>
            <a:spLocks noGrp="1"/>
          </p:cNvSpPr>
          <p:nvPr>
            <p:ph type="pic" sz="quarter" idx="31"/>
          </p:nvPr>
        </p:nvSpPr>
        <p:spPr>
          <a:xfrm>
            <a:off x="5187042" y="1684461"/>
            <a:ext cx="1832437" cy="1621608"/>
          </a:xfrm>
        </p:spPr>
        <p:txBody>
          <a:bodyPr/>
          <a:lstStyle>
            <a:lvl1pPr>
              <a:buNone/>
              <a:defRPr/>
            </a:lvl1pPr>
          </a:lstStyle>
          <a:p>
            <a:endParaRPr lang="en-US"/>
          </a:p>
        </p:txBody>
      </p:sp>
      <p:sp>
        <p:nvSpPr>
          <p:cNvPr id="47" name="Content Placeholder 2">
            <a:extLst>
              <a:ext uri="{FF2B5EF4-FFF2-40B4-BE49-F238E27FC236}">
                <a16:creationId xmlns:a16="http://schemas.microsoft.com/office/drawing/2014/main" id="{90D707E7-5635-444F-BB41-10E2268CC099}"/>
              </a:ext>
            </a:extLst>
          </p:cNvPr>
          <p:cNvSpPr>
            <a:spLocks noGrp="1"/>
          </p:cNvSpPr>
          <p:nvPr>
            <p:ph idx="30" hasCustomPrompt="1"/>
          </p:nvPr>
        </p:nvSpPr>
        <p:spPr>
          <a:xfrm>
            <a:off x="5187044" y="3545060"/>
            <a:ext cx="1826629" cy="667670"/>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header</a:t>
            </a:r>
          </a:p>
        </p:txBody>
      </p:sp>
      <p:sp>
        <p:nvSpPr>
          <p:cNvPr id="46" name="Content Placeholder 2">
            <a:extLst>
              <a:ext uri="{FF2B5EF4-FFF2-40B4-BE49-F238E27FC236}">
                <a16:creationId xmlns:a16="http://schemas.microsoft.com/office/drawing/2014/main" id="{4340EF3F-9B6C-B54B-94AD-7275543213B0}"/>
              </a:ext>
            </a:extLst>
          </p:cNvPr>
          <p:cNvSpPr>
            <a:spLocks noGrp="1"/>
          </p:cNvSpPr>
          <p:nvPr>
            <p:ph idx="29" hasCustomPrompt="1"/>
          </p:nvPr>
        </p:nvSpPr>
        <p:spPr>
          <a:xfrm>
            <a:off x="5187045" y="4275590"/>
            <a:ext cx="1826629" cy="1408470"/>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text</a:t>
            </a:r>
          </a:p>
        </p:txBody>
      </p:sp>
      <p:cxnSp>
        <p:nvCxnSpPr>
          <p:cNvPr id="12" name="Straight Connector 11">
            <a:extLst>
              <a:ext uri="{FF2B5EF4-FFF2-40B4-BE49-F238E27FC236}">
                <a16:creationId xmlns:a16="http://schemas.microsoft.com/office/drawing/2014/main" id="{3CA77083-F133-420F-93AD-77761878E852}"/>
              </a:ext>
            </a:extLst>
          </p:cNvPr>
          <p:cNvCxnSpPr>
            <a:cxnSpLocks/>
          </p:cNvCxnSpPr>
          <p:nvPr userDrawn="1"/>
        </p:nvCxnSpPr>
        <p:spPr>
          <a:xfrm>
            <a:off x="7148481" y="1686759"/>
            <a:ext cx="0" cy="425684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51" name="Picture Placeholder 3">
            <a:extLst>
              <a:ext uri="{FF2B5EF4-FFF2-40B4-BE49-F238E27FC236}">
                <a16:creationId xmlns:a16="http://schemas.microsoft.com/office/drawing/2014/main" id="{4D703A3B-87F3-AE45-90D2-795F9DA88577}"/>
              </a:ext>
            </a:extLst>
          </p:cNvPr>
          <p:cNvSpPr>
            <a:spLocks noGrp="1"/>
          </p:cNvSpPr>
          <p:nvPr>
            <p:ph type="pic" sz="quarter" idx="34"/>
          </p:nvPr>
        </p:nvSpPr>
        <p:spPr>
          <a:xfrm>
            <a:off x="7266213" y="1684461"/>
            <a:ext cx="1832437" cy="1621608"/>
          </a:xfrm>
        </p:spPr>
        <p:txBody>
          <a:bodyPr/>
          <a:lstStyle>
            <a:lvl1pPr>
              <a:buNone/>
              <a:defRPr/>
            </a:lvl1pPr>
          </a:lstStyle>
          <a:p>
            <a:endParaRPr lang="en-US"/>
          </a:p>
        </p:txBody>
      </p:sp>
      <p:sp>
        <p:nvSpPr>
          <p:cNvPr id="50" name="Content Placeholder 2">
            <a:extLst>
              <a:ext uri="{FF2B5EF4-FFF2-40B4-BE49-F238E27FC236}">
                <a16:creationId xmlns:a16="http://schemas.microsoft.com/office/drawing/2014/main" id="{5C95157B-C7FC-864F-A9C2-08E02E26EE07}"/>
              </a:ext>
            </a:extLst>
          </p:cNvPr>
          <p:cNvSpPr>
            <a:spLocks noGrp="1"/>
          </p:cNvSpPr>
          <p:nvPr>
            <p:ph idx="33" hasCustomPrompt="1"/>
          </p:nvPr>
        </p:nvSpPr>
        <p:spPr>
          <a:xfrm>
            <a:off x="7266215" y="3545060"/>
            <a:ext cx="1826629" cy="667670"/>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header</a:t>
            </a:r>
          </a:p>
        </p:txBody>
      </p:sp>
      <p:sp>
        <p:nvSpPr>
          <p:cNvPr id="49" name="Content Placeholder 2">
            <a:extLst>
              <a:ext uri="{FF2B5EF4-FFF2-40B4-BE49-F238E27FC236}">
                <a16:creationId xmlns:a16="http://schemas.microsoft.com/office/drawing/2014/main" id="{71E05108-E0DC-6947-A186-EA5436079AAF}"/>
              </a:ext>
            </a:extLst>
          </p:cNvPr>
          <p:cNvSpPr>
            <a:spLocks noGrp="1"/>
          </p:cNvSpPr>
          <p:nvPr>
            <p:ph idx="32" hasCustomPrompt="1"/>
          </p:nvPr>
        </p:nvSpPr>
        <p:spPr>
          <a:xfrm>
            <a:off x="7266216" y="4275590"/>
            <a:ext cx="1826629" cy="1408470"/>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text</a:t>
            </a:r>
          </a:p>
        </p:txBody>
      </p:sp>
      <p:cxnSp>
        <p:nvCxnSpPr>
          <p:cNvPr id="23" name="Straight Connector 22">
            <a:extLst>
              <a:ext uri="{FF2B5EF4-FFF2-40B4-BE49-F238E27FC236}">
                <a16:creationId xmlns:a16="http://schemas.microsoft.com/office/drawing/2014/main" id="{55F5ADDF-F780-4384-87F4-30070C81BB29}"/>
              </a:ext>
            </a:extLst>
          </p:cNvPr>
          <p:cNvCxnSpPr>
            <a:cxnSpLocks/>
          </p:cNvCxnSpPr>
          <p:nvPr userDrawn="1"/>
        </p:nvCxnSpPr>
        <p:spPr>
          <a:xfrm>
            <a:off x="9260331" y="1686759"/>
            <a:ext cx="0" cy="425684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54" name="Picture Placeholder 3">
            <a:extLst>
              <a:ext uri="{FF2B5EF4-FFF2-40B4-BE49-F238E27FC236}">
                <a16:creationId xmlns:a16="http://schemas.microsoft.com/office/drawing/2014/main" id="{E90B3032-DDF8-0446-8BB7-81565519E036}"/>
              </a:ext>
            </a:extLst>
          </p:cNvPr>
          <p:cNvSpPr>
            <a:spLocks noGrp="1"/>
          </p:cNvSpPr>
          <p:nvPr>
            <p:ph type="pic" sz="quarter" idx="37"/>
          </p:nvPr>
        </p:nvSpPr>
        <p:spPr>
          <a:xfrm>
            <a:off x="9410699" y="1684461"/>
            <a:ext cx="1832437" cy="1621608"/>
          </a:xfrm>
        </p:spPr>
        <p:txBody>
          <a:bodyPr/>
          <a:lstStyle>
            <a:lvl1pPr>
              <a:buNone/>
              <a:defRPr/>
            </a:lvl1pPr>
          </a:lstStyle>
          <a:p>
            <a:endParaRPr lang="en-US"/>
          </a:p>
        </p:txBody>
      </p:sp>
      <p:sp>
        <p:nvSpPr>
          <p:cNvPr id="53" name="Content Placeholder 2">
            <a:extLst>
              <a:ext uri="{FF2B5EF4-FFF2-40B4-BE49-F238E27FC236}">
                <a16:creationId xmlns:a16="http://schemas.microsoft.com/office/drawing/2014/main" id="{724287DA-FEAD-6E4A-83EC-B59516E2386C}"/>
              </a:ext>
            </a:extLst>
          </p:cNvPr>
          <p:cNvSpPr>
            <a:spLocks noGrp="1"/>
          </p:cNvSpPr>
          <p:nvPr>
            <p:ph idx="36" hasCustomPrompt="1"/>
          </p:nvPr>
        </p:nvSpPr>
        <p:spPr>
          <a:xfrm>
            <a:off x="9410701" y="3545060"/>
            <a:ext cx="1826629" cy="675110"/>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header</a:t>
            </a:r>
          </a:p>
        </p:txBody>
      </p:sp>
      <p:sp>
        <p:nvSpPr>
          <p:cNvPr id="52" name="Content Placeholder 2">
            <a:extLst>
              <a:ext uri="{FF2B5EF4-FFF2-40B4-BE49-F238E27FC236}">
                <a16:creationId xmlns:a16="http://schemas.microsoft.com/office/drawing/2014/main" id="{4FC143B3-231A-2B46-ABBF-7F6B6BBF4596}"/>
              </a:ext>
            </a:extLst>
          </p:cNvPr>
          <p:cNvSpPr>
            <a:spLocks noGrp="1"/>
          </p:cNvSpPr>
          <p:nvPr>
            <p:ph idx="35" hasCustomPrompt="1"/>
          </p:nvPr>
        </p:nvSpPr>
        <p:spPr>
          <a:xfrm>
            <a:off x="9410702" y="4275590"/>
            <a:ext cx="1826629" cy="1408470"/>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4572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9144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828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a:t>Click to edit column text</a:t>
            </a:r>
          </a:p>
        </p:txBody>
      </p:sp>
      <p:sp>
        <p:nvSpPr>
          <p:cNvPr id="36" name="Rectangle 35">
            <a:extLst>
              <a:ext uri="{FF2B5EF4-FFF2-40B4-BE49-F238E27FC236}">
                <a16:creationId xmlns:a16="http://schemas.microsoft.com/office/drawing/2014/main" id="{8A4E17D8-CAFF-0E47-97EF-4D4BC59FFC70}"/>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43" name="Picture 42" descr="The University of Iowa">
            <a:extLst>
              <a:ext uri="{FF2B5EF4-FFF2-40B4-BE49-F238E27FC236}">
                <a16:creationId xmlns:a16="http://schemas.microsoft.com/office/drawing/2014/main" id="{924E35CA-EA2E-084A-B4D2-736FEA8C0DDC}"/>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38" name="Footer Placeholder 4">
            <a:extLst>
              <a:ext uri="{FF2B5EF4-FFF2-40B4-BE49-F238E27FC236}">
                <a16:creationId xmlns:a16="http://schemas.microsoft.com/office/drawing/2014/main" id="{D752B61A-80FF-1049-8A33-5614EE9DC804}"/>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0">
                <a:solidFill>
                  <a:schemeClr val="bg1"/>
                </a:solidFill>
              </a:defRPr>
            </a:lvl1pPr>
          </a:lstStyle>
          <a:p>
            <a:r>
              <a:rPr lang="en-US"/>
              <a:t>Insert-&gt;Header and Footer-&gt;Type Customizable Name</a:t>
            </a:r>
            <a:endParaRPr lang="en-US" b="0"/>
          </a:p>
        </p:txBody>
      </p:sp>
      <p:sp>
        <p:nvSpPr>
          <p:cNvPr id="2" name="Slide Number Placeholder 1">
            <a:extLst>
              <a:ext uri="{FF2B5EF4-FFF2-40B4-BE49-F238E27FC236}">
                <a16:creationId xmlns:a16="http://schemas.microsoft.com/office/drawing/2014/main" id="{CA6881A2-9CAF-9700-2E26-1544BBDCAFF8}"/>
              </a:ext>
            </a:extLst>
          </p:cNvPr>
          <p:cNvSpPr>
            <a:spLocks noGrp="1"/>
          </p:cNvSpPr>
          <p:nvPr>
            <p:ph type="sldNum" sz="quarter" idx="38"/>
          </p:nvPr>
        </p:nvSpPr>
        <p:spPr/>
        <p:txBody>
          <a:bodyPr/>
          <a:lstStyle/>
          <a:p>
            <a:fld id="{C6684DFB-8BCD-4B6F-9AA1-83F3BA61DF41}" type="slidenum">
              <a:rPr lang="en-US" smtClean="0"/>
              <a:pPr/>
              <a:t>‹#›</a:t>
            </a:fld>
            <a:endParaRPr lang="en-US"/>
          </a:p>
        </p:txBody>
      </p:sp>
    </p:spTree>
    <p:extLst>
      <p:ext uri="{BB962C8B-B14F-4D97-AF65-F5344CB8AC3E}">
        <p14:creationId xmlns:p14="http://schemas.microsoft.com/office/powerpoint/2010/main" val="3835456899"/>
      </p:ext>
    </p:extLst>
  </p:cSld>
  <p:clrMapOvr>
    <a:masterClrMapping/>
  </p:clrMapOvr>
  <p:extLst>
    <p:ext uri="{DCECCB84-F9BA-43D5-87BE-67443E8EF086}">
      <p15:sldGuideLst xmlns:p15="http://schemas.microsoft.com/office/powerpoint/2012/main">
        <p15:guide id="1" orient="horz" pos="2400" userDrawn="1">
          <p15:clr>
            <a:srgbClr val="FBAE40"/>
          </p15:clr>
        </p15:guide>
        <p15:guide id="2" pos="598">
          <p15:clr>
            <a:srgbClr val="FBAE40"/>
          </p15:clr>
        </p15:guide>
        <p15:guide id="3" pos="7080">
          <p15:clr>
            <a:srgbClr val="FBAE40"/>
          </p15:clr>
        </p15:guide>
        <p15:guide id="4" pos="3840">
          <p15:clr>
            <a:srgbClr val="FBAE40"/>
          </p15:clr>
        </p15:guide>
        <p15:guide id="5" orient="horz" pos="1054">
          <p15:clr>
            <a:srgbClr val="FBAE40"/>
          </p15:clr>
        </p15:guide>
        <p15:guide id="6" orient="horz" pos="3744">
          <p15:clr>
            <a:srgbClr val="FBAE40"/>
          </p15:clr>
        </p15:guide>
        <p15:guide id="7" orient="horz" pos="69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ullet Slide - Photo">
    <p:spTree>
      <p:nvGrpSpPr>
        <p:cNvPr id="1" name=""/>
        <p:cNvGrpSpPr/>
        <p:nvPr/>
      </p:nvGrpSpPr>
      <p:grpSpPr>
        <a:xfrm>
          <a:off x="0" y="0"/>
          <a:ext cx="0" cy="0"/>
          <a:chOff x="0" y="0"/>
          <a:chExt cx="0" cy="0"/>
        </a:xfrm>
      </p:grpSpPr>
      <p:sp>
        <p:nvSpPr>
          <p:cNvPr id="17" name="Title 20">
            <a:extLst>
              <a:ext uri="{FF2B5EF4-FFF2-40B4-BE49-F238E27FC236}">
                <a16:creationId xmlns:a16="http://schemas.microsoft.com/office/drawing/2014/main" id="{2BA8F287-92C7-4FFD-A7E9-45864F8E91A4}"/>
              </a:ext>
            </a:extLst>
          </p:cNvPr>
          <p:cNvSpPr>
            <a:spLocks noGrp="1"/>
          </p:cNvSpPr>
          <p:nvPr>
            <p:ph type="title" hasCustomPrompt="1"/>
          </p:nvPr>
        </p:nvSpPr>
        <p:spPr>
          <a:xfrm>
            <a:off x="949325" y="498296"/>
            <a:ext cx="5260975" cy="896116"/>
          </a:xfrm>
        </p:spPr>
        <p:txBody>
          <a:bodyPr/>
          <a:lstStyle>
            <a:lvl1pPr>
              <a:defRPr/>
            </a:lvl1pPr>
          </a:lstStyle>
          <a:p>
            <a:r>
              <a:rPr lang="en-US"/>
              <a:t>Click to edit Title</a:t>
            </a:r>
          </a:p>
        </p:txBody>
      </p:sp>
      <p:cxnSp>
        <p:nvCxnSpPr>
          <p:cNvPr id="16" name="Straight Connector 15">
            <a:extLst>
              <a:ext uri="{FF2B5EF4-FFF2-40B4-BE49-F238E27FC236}">
                <a16:creationId xmlns:a16="http://schemas.microsoft.com/office/drawing/2014/main" id="{0F31F03A-71CF-475D-8A3C-99FC106D73E8}"/>
              </a:ext>
            </a:extLst>
          </p:cNvPr>
          <p:cNvCxnSpPr>
            <a:cxnSpLocks/>
          </p:cNvCxnSpPr>
          <p:nvPr userDrawn="1"/>
        </p:nvCxnSpPr>
        <p:spPr>
          <a:xfrm>
            <a:off x="952498"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47404DB8-B6AC-4389-8E6E-A115840D1D74}"/>
              </a:ext>
            </a:extLst>
          </p:cNvPr>
          <p:cNvSpPr>
            <a:spLocks noGrp="1"/>
          </p:cNvSpPr>
          <p:nvPr>
            <p:ph idx="1"/>
          </p:nvPr>
        </p:nvSpPr>
        <p:spPr>
          <a:xfrm>
            <a:off x="952499" y="1686757"/>
            <a:ext cx="5257801" cy="4256843"/>
          </a:xfrm>
        </p:spPr>
        <p:txBody>
          <a:bodyPr lIns="0" tIns="0" rIns="0" bIns="0"/>
          <a:lstStyle>
            <a:lvl1pPr marL="228600" indent="-228600">
              <a:buClr>
                <a:schemeClr val="tx2"/>
              </a:buClr>
              <a:buSzPct val="95000"/>
              <a:buFont typeface="Arial" panose="020B0604020202020204" pitchFamily="34" charset="0"/>
              <a:buChar char="•"/>
              <a:defRPr>
                <a:latin typeface="Roboto" panose="02000000000000000000" pitchFamily="2" charset="0"/>
                <a:ea typeface="Roboto" panose="02000000000000000000" pitchFamily="2" charset="0"/>
              </a:defRPr>
            </a:lvl1pPr>
            <a:lvl2pPr marL="685800" indent="-228600">
              <a:buClr>
                <a:schemeClr val="tx2"/>
              </a:buClr>
              <a:buSzPct val="100000"/>
              <a:buFont typeface="Arial" panose="020B0604020202020204" pitchFamily="34" charset="0"/>
              <a:buChar char="‒"/>
              <a:defRPr>
                <a:latin typeface="Roboto" panose="02000000000000000000" pitchFamily="2" charset="0"/>
                <a:ea typeface="Roboto" panose="02000000000000000000" pitchFamily="2" charset="0"/>
              </a:defRPr>
            </a:lvl2pPr>
            <a:lvl3pPr marL="1143000" indent="-228600">
              <a:buClr>
                <a:schemeClr val="tx2"/>
              </a:buClr>
              <a:buSzPct val="100000"/>
              <a:buFont typeface="Roboto" panose="02000000000000000000" pitchFamily="2" charset="0"/>
              <a:buChar char="•"/>
              <a:defRPr>
                <a:latin typeface="Roboto" panose="02000000000000000000" pitchFamily="2" charset="0"/>
                <a:ea typeface="Roboto" panose="02000000000000000000" pitchFamily="2" charset="0"/>
              </a:defRPr>
            </a:lvl3pPr>
            <a:lvl4pPr marL="1600200" indent="-228600">
              <a:buClr>
                <a:schemeClr val="tx2"/>
              </a:buClr>
              <a:buSzPct val="100000"/>
              <a:buFont typeface="Roboto" panose="02000000000000000000" pitchFamily="2" charset="0"/>
              <a:buChar char="―"/>
              <a:defRPr>
                <a:latin typeface="Roboto" panose="02000000000000000000" pitchFamily="2" charset="0"/>
                <a:ea typeface="Roboto" panose="02000000000000000000" pitchFamily="2" charset="0"/>
              </a:defRPr>
            </a:lvl4pPr>
            <a:lvl5pPr marL="2057400" indent="-228600">
              <a:buClr>
                <a:schemeClr val="tx2"/>
              </a:buClr>
              <a:buSzPct val="100000"/>
              <a:buFont typeface="Arial" panose="020B0604020202020204" pitchFamily="34" charset="0"/>
              <a:buChar char="•"/>
              <a:defRPr>
                <a:latin typeface="Roboto" panose="02000000000000000000" pitchFamily="2" charset="0"/>
                <a:ea typeface="Roboto" panose="020000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E42EEDE3-0B18-E049-BE23-974E50C72979}"/>
              </a:ext>
            </a:extLst>
          </p:cNvPr>
          <p:cNvSpPr>
            <a:spLocks noGrp="1"/>
          </p:cNvSpPr>
          <p:nvPr>
            <p:ph type="pic" sz="quarter" idx="11"/>
          </p:nvPr>
        </p:nvSpPr>
        <p:spPr>
          <a:xfrm>
            <a:off x="7171534" y="0"/>
            <a:ext cx="5029200" cy="6389511"/>
          </a:xfrm>
          <a:prstGeom prst="rect">
            <a:avLst/>
          </a:prstGeom>
        </p:spPr>
        <p:txBody>
          <a:bodyPr anchor="ctr" anchorCtr="0"/>
          <a:lstStyle>
            <a:lvl1pPr marL="0" indent="0" algn="ctr">
              <a:buNone/>
              <a:defRPr b="0" i="0">
                <a:solidFill>
                  <a:schemeClr val="accent3"/>
                </a:solidFill>
                <a:latin typeface="Arial" panose="020B0604020202020204" pitchFamily="34" charset="0"/>
              </a:defRPr>
            </a:lvl1pPr>
          </a:lstStyle>
          <a:p>
            <a:r>
              <a:rPr lang="en-US"/>
              <a:t>Click icon to add picture</a:t>
            </a:r>
          </a:p>
        </p:txBody>
      </p:sp>
      <p:sp>
        <p:nvSpPr>
          <p:cNvPr id="9" name="Rectangle 8">
            <a:extLst>
              <a:ext uri="{FF2B5EF4-FFF2-40B4-BE49-F238E27FC236}">
                <a16:creationId xmlns:a16="http://schemas.microsoft.com/office/drawing/2014/main" id="{7420F7CB-393D-BF45-B52D-542FDDEFCAFF}"/>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12" name="Picture 11" descr="The University of Iowa">
            <a:extLst>
              <a:ext uri="{FF2B5EF4-FFF2-40B4-BE49-F238E27FC236}">
                <a16:creationId xmlns:a16="http://schemas.microsoft.com/office/drawing/2014/main" id="{9CE5618D-3613-E04D-A815-ED9A2C5AA3C5}"/>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11" name="Footer Placeholder 4">
            <a:extLst>
              <a:ext uri="{FF2B5EF4-FFF2-40B4-BE49-F238E27FC236}">
                <a16:creationId xmlns:a16="http://schemas.microsoft.com/office/drawing/2014/main" id="{C35C85E8-314E-3E45-BB26-1A95C606F050}"/>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0">
                <a:solidFill>
                  <a:schemeClr val="bg1"/>
                </a:solidFill>
              </a:defRPr>
            </a:lvl1pPr>
          </a:lstStyle>
          <a:p>
            <a:r>
              <a:rPr lang="en-US"/>
              <a:t>Insert-&gt;Header and Footer-&gt;Type Customizable Name</a:t>
            </a:r>
            <a:endParaRPr lang="en-US" b="0"/>
          </a:p>
        </p:txBody>
      </p:sp>
      <p:sp>
        <p:nvSpPr>
          <p:cNvPr id="2" name="Slide Number Placeholder 1">
            <a:extLst>
              <a:ext uri="{FF2B5EF4-FFF2-40B4-BE49-F238E27FC236}">
                <a16:creationId xmlns:a16="http://schemas.microsoft.com/office/drawing/2014/main" id="{A10B959E-42EE-0F21-434B-1679323AFA03}"/>
              </a:ext>
            </a:extLst>
          </p:cNvPr>
          <p:cNvSpPr>
            <a:spLocks noGrp="1"/>
          </p:cNvSpPr>
          <p:nvPr>
            <p:ph type="sldNum" sz="quarter" idx="12"/>
          </p:nvPr>
        </p:nvSpPr>
        <p:spPr/>
        <p:txBody>
          <a:bodyPr/>
          <a:lstStyle/>
          <a:p>
            <a:fld id="{C6684DFB-8BCD-4B6F-9AA1-83F3BA61DF41}" type="slidenum">
              <a:rPr lang="en-US" smtClean="0"/>
              <a:pPr/>
              <a:t>‹#›</a:t>
            </a:fld>
            <a:endParaRPr lang="en-US"/>
          </a:p>
        </p:txBody>
      </p:sp>
    </p:spTree>
    <p:extLst>
      <p:ext uri="{BB962C8B-B14F-4D97-AF65-F5344CB8AC3E}">
        <p14:creationId xmlns:p14="http://schemas.microsoft.com/office/powerpoint/2010/main" val="2625500995"/>
      </p:ext>
    </p:extLst>
  </p:cSld>
  <p:clrMapOvr>
    <a:masterClrMapping/>
  </p:clrMapOvr>
  <p:extLst>
    <p:ext uri="{DCECCB84-F9BA-43D5-87BE-67443E8EF086}">
      <p15:sldGuideLst xmlns:p15="http://schemas.microsoft.com/office/powerpoint/2012/main">
        <p15:guide id="1" orient="horz" pos="3744" userDrawn="1">
          <p15:clr>
            <a:srgbClr val="FBAE40"/>
          </p15:clr>
        </p15:guide>
        <p15:guide id="2" pos="3912" userDrawn="1">
          <p15:clr>
            <a:srgbClr val="FBAE40"/>
          </p15:clr>
        </p15:guide>
        <p15:guide id="3" pos="600" userDrawn="1">
          <p15:clr>
            <a:srgbClr val="FBAE40"/>
          </p15:clr>
        </p15:guide>
        <p15:guide id="4" orient="horz" pos="1056" userDrawn="1">
          <p15:clr>
            <a:srgbClr val="FBAE40"/>
          </p15:clr>
        </p15:guide>
        <p15:guide id="6" orient="horz" pos="697" userDrawn="1">
          <p15:clr>
            <a:srgbClr val="FBAE40"/>
          </p15:clr>
        </p15:guide>
        <p15:guide id="7" orient="horz" pos="2400"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ullet Slide - Photo Collage">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7524483D-CFE3-E34D-BB74-CEDD541765E2}"/>
              </a:ext>
            </a:extLst>
          </p:cNvPr>
          <p:cNvSpPr>
            <a:spLocks noGrp="1"/>
          </p:cNvSpPr>
          <p:nvPr>
            <p:ph type="title"/>
          </p:nvPr>
        </p:nvSpPr>
        <p:spPr>
          <a:xfrm>
            <a:off x="952499" y="365125"/>
            <a:ext cx="5254505" cy="1331865"/>
          </a:xfrm>
        </p:spPr>
        <p:txBody>
          <a:bodyPr/>
          <a:lstStyle>
            <a:lvl1pPr>
              <a:defRPr>
                <a:latin typeface="Roboto" panose="02000000000000000000" pitchFamily="2" charset="0"/>
                <a:ea typeface="Roboto" panose="02000000000000000000" pitchFamily="2" charset="0"/>
              </a:defRPr>
            </a:lvl1pPr>
          </a:lstStyle>
          <a:p>
            <a:r>
              <a:rPr lang="en-US"/>
              <a:t>Click to edit Master title style</a:t>
            </a:r>
          </a:p>
        </p:txBody>
      </p:sp>
      <p:cxnSp>
        <p:nvCxnSpPr>
          <p:cNvPr id="17" name="Straight Connector 16">
            <a:extLst>
              <a:ext uri="{FF2B5EF4-FFF2-40B4-BE49-F238E27FC236}">
                <a16:creationId xmlns:a16="http://schemas.microsoft.com/office/drawing/2014/main" id="{EB28F420-DDD1-5E4A-9513-EAE252D759FE}"/>
              </a:ext>
            </a:extLst>
          </p:cNvPr>
          <p:cNvCxnSpPr>
            <a:cxnSpLocks/>
          </p:cNvCxnSpPr>
          <p:nvPr userDrawn="1"/>
        </p:nvCxnSpPr>
        <p:spPr>
          <a:xfrm>
            <a:off x="952500" y="17340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65D1D7B4-E242-C142-8F5F-F3301CC02498}"/>
              </a:ext>
            </a:extLst>
          </p:cNvPr>
          <p:cNvSpPr>
            <a:spLocks noGrp="1"/>
          </p:cNvSpPr>
          <p:nvPr>
            <p:ph idx="1"/>
          </p:nvPr>
        </p:nvSpPr>
        <p:spPr>
          <a:xfrm>
            <a:off x="952499" y="1962386"/>
            <a:ext cx="5266450" cy="3981214"/>
          </a:xfrm>
        </p:spPr>
        <p:txBody>
          <a:bodyPr/>
          <a:lstStyle>
            <a:lvl1pPr marL="228600" indent="-228600">
              <a:buClr>
                <a:schemeClr val="tx2"/>
              </a:buClr>
              <a:buSzPct val="95000"/>
              <a:buFont typeface="Arial" panose="020B0604020202020204" pitchFamily="34" charset="0"/>
              <a:buChar char="•"/>
              <a:defRPr>
                <a:latin typeface="Roboto" panose="02000000000000000000" pitchFamily="2" charset="0"/>
                <a:ea typeface="Roboto" panose="02000000000000000000" pitchFamily="2" charset="0"/>
              </a:defRPr>
            </a:lvl1pPr>
            <a:lvl2pPr marL="685800" indent="-228600">
              <a:buClr>
                <a:schemeClr val="tx2"/>
              </a:buClr>
              <a:buFont typeface="Roboto" panose="02000000000000000000" pitchFamily="2" charset="0"/>
              <a:buChar char="–"/>
              <a:defRPr>
                <a:latin typeface="Roboto" panose="02000000000000000000" pitchFamily="2" charset="0"/>
                <a:ea typeface="Roboto" panose="02000000000000000000" pitchFamily="2" charset="0"/>
              </a:defRPr>
            </a:lvl2pPr>
            <a:lvl3pPr>
              <a:buClr>
                <a:schemeClr val="tx2"/>
              </a:buClr>
              <a:defRPr>
                <a:latin typeface="Roboto" panose="02000000000000000000" pitchFamily="2" charset="0"/>
                <a:ea typeface="Roboto" panose="02000000000000000000" pitchFamily="2" charset="0"/>
              </a:defRPr>
            </a:lvl3pPr>
            <a:lvl4pPr marL="1600200" indent="-228600">
              <a:buClr>
                <a:schemeClr val="tx2"/>
              </a:buClr>
              <a:buFont typeface="Arial" panose="020B0604020202020204" pitchFamily="34" charset="0"/>
              <a:buChar char="‒"/>
              <a:defRPr>
                <a:latin typeface="Roboto" panose="02000000000000000000" pitchFamily="2" charset="0"/>
                <a:ea typeface="Roboto" panose="02000000000000000000" pitchFamily="2" charset="0"/>
              </a:defRPr>
            </a:lvl4pPr>
            <a:lvl5pPr marL="2057400" indent="-228600">
              <a:buClr>
                <a:schemeClr val="tx2"/>
              </a:buClr>
              <a:buFont typeface="Arial" panose="020B0604020202020204" pitchFamily="34" charset="0"/>
              <a:buChar char="•"/>
              <a:defRPr>
                <a:latin typeface="Roboto" panose="02000000000000000000" pitchFamily="2" charset="0"/>
                <a:ea typeface="Roboto" panose="020000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4">
            <a:extLst>
              <a:ext uri="{FF2B5EF4-FFF2-40B4-BE49-F238E27FC236}">
                <a16:creationId xmlns:a16="http://schemas.microsoft.com/office/drawing/2014/main" id="{04FCC643-718F-7645-8F8D-0BFC94D0506B}"/>
              </a:ext>
            </a:extLst>
          </p:cNvPr>
          <p:cNvSpPr>
            <a:spLocks noGrp="1"/>
          </p:cNvSpPr>
          <p:nvPr>
            <p:ph type="pic" sz="quarter" idx="14"/>
          </p:nvPr>
        </p:nvSpPr>
        <p:spPr>
          <a:xfrm>
            <a:off x="7159502" y="0"/>
            <a:ext cx="2483404" cy="3191425"/>
          </a:xfrm>
          <a:prstGeom prst="rect">
            <a:avLst/>
          </a:prstGeom>
        </p:spPr>
        <p:txBody>
          <a:bodyPr anchor="ctr" anchorCtr="0"/>
          <a:lstStyle>
            <a:lvl1pPr marL="0" indent="0" algn="ctr">
              <a:buNone/>
              <a:defRPr b="0" i="0">
                <a:solidFill>
                  <a:schemeClr val="accent3"/>
                </a:solidFill>
                <a:latin typeface="Arial" panose="020B0604020202020204" pitchFamily="34" charset="0"/>
                <a:cs typeface="Arial" panose="020B0604020202020204" pitchFamily="34" charset="0"/>
              </a:defRPr>
            </a:lvl1pPr>
          </a:lstStyle>
          <a:p>
            <a:r>
              <a:rPr lang="en-US"/>
              <a:t>Click icon to add picture</a:t>
            </a:r>
          </a:p>
        </p:txBody>
      </p:sp>
      <p:sp>
        <p:nvSpPr>
          <p:cNvPr id="9" name="Picture Placeholder 4">
            <a:extLst>
              <a:ext uri="{FF2B5EF4-FFF2-40B4-BE49-F238E27FC236}">
                <a16:creationId xmlns:a16="http://schemas.microsoft.com/office/drawing/2014/main" id="{41C31617-CC11-4C42-B6D0-164DF6AFBF41}"/>
              </a:ext>
            </a:extLst>
          </p:cNvPr>
          <p:cNvSpPr>
            <a:spLocks noGrp="1"/>
          </p:cNvSpPr>
          <p:nvPr>
            <p:ph type="pic" sz="quarter" idx="15"/>
          </p:nvPr>
        </p:nvSpPr>
        <p:spPr>
          <a:xfrm>
            <a:off x="9713630" y="0"/>
            <a:ext cx="2483404" cy="3191425"/>
          </a:xfrm>
          <a:prstGeom prst="rect">
            <a:avLst/>
          </a:prstGeom>
        </p:spPr>
        <p:txBody>
          <a:bodyPr anchor="ctr" anchorCtr="0"/>
          <a:lstStyle>
            <a:lvl1pPr marL="0" indent="0" algn="ctr">
              <a:buNone/>
              <a:defRPr b="0" i="0">
                <a:solidFill>
                  <a:schemeClr val="accent3"/>
                </a:solidFill>
                <a:latin typeface="Arial" panose="020B0604020202020204" pitchFamily="34" charset="0"/>
                <a:cs typeface="Arial" panose="020B0604020202020204" pitchFamily="34" charset="0"/>
              </a:defRPr>
            </a:lvl1pPr>
          </a:lstStyle>
          <a:p>
            <a:r>
              <a:rPr lang="en-US"/>
              <a:t>Click icon to add picture</a:t>
            </a:r>
          </a:p>
        </p:txBody>
      </p:sp>
      <p:sp>
        <p:nvSpPr>
          <p:cNvPr id="6" name="Picture Placeholder 4">
            <a:extLst>
              <a:ext uri="{FF2B5EF4-FFF2-40B4-BE49-F238E27FC236}">
                <a16:creationId xmlns:a16="http://schemas.microsoft.com/office/drawing/2014/main" id="{3E5CE386-BEFE-FE49-A675-D93BEDF680BC}"/>
              </a:ext>
            </a:extLst>
          </p:cNvPr>
          <p:cNvSpPr>
            <a:spLocks noGrp="1"/>
          </p:cNvSpPr>
          <p:nvPr>
            <p:ph type="pic" sz="quarter" idx="11" hasCustomPrompt="1"/>
          </p:nvPr>
        </p:nvSpPr>
        <p:spPr>
          <a:xfrm>
            <a:off x="7159502" y="3260862"/>
            <a:ext cx="5032499" cy="3128649"/>
          </a:xfrm>
          <a:prstGeom prst="rect">
            <a:avLst/>
          </a:prstGeom>
        </p:spPr>
        <p:txBody>
          <a:bodyPr anchor="ctr" anchorCtr="0"/>
          <a:lstStyle>
            <a:lvl1pPr marL="0" indent="0" algn="ctr">
              <a:buNone/>
              <a:defRPr b="0" i="0">
                <a:solidFill>
                  <a:schemeClr val="accent3"/>
                </a:solidFill>
                <a:latin typeface="Arial" panose="020B0604020202020204" pitchFamily="34" charset="0"/>
                <a:cs typeface="Arial" panose="020B0604020202020204" pitchFamily="34" charset="0"/>
              </a:defRPr>
            </a:lvl1pPr>
          </a:lstStyle>
          <a:p>
            <a:r>
              <a:rPr lang="en-US"/>
              <a:t> Click icon to add picture </a:t>
            </a:r>
          </a:p>
        </p:txBody>
      </p:sp>
      <p:sp>
        <p:nvSpPr>
          <p:cNvPr id="11" name="Rectangle 10">
            <a:extLst>
              <a:ext uri="{FF2B5EF4-FFF2-40B4-BE49-F238E27FC236}">
                <a16:creationId xmlns:a16="http://schemas.microsoft.com/office/drawing/2014/main" id="{BC24DFA0-3257-B044-87EF-16154359E2FC}"/>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19" name="Picture 18" descr="The University of Iowa">
            <a:extLst>
              <a:ext uri="{FF2B5EF4-FFF2-40B4-BE49-F238E27FC236}">
                <a16:creationId xmlns:a16="http://schemas.microsoft.com/office/drawing/2014/main" id="{87382191-DF4D-7341-915C-9C1044535279}"/>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15" name="Footer Placeholder 4">
            <a:extLst>
              <a:ext uri="{FF2B5EF4-FFF2-40B4-BE49-F238E27FC236}">
                <a16:creationId xmlns:a16="http://schemas.microsoft.com/office/drawing/2014/main" id="{E21405B1-B61E-0943-909C-EFA16B5EE486}"/>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0">
                <a:solidFill>
                  <a:schemeClr val="bg1"/>
                </a:solidFill>
              </a:defRPr>
            </a:lvl1pPr>
          </a:lstStyle>
          <a:p>
            <a:r>
              <a:rPr lang="en-US"/>
              <a:t>Insert-&gt;Header and Footer-&gt;Type Customizable Name</a:t>
            </a:r>
            <a:endParaRPr lang="en-US" b="0"/>
          </a:p>
        </p:txBody>
      </p:sp>
      <p:sp>
        <p:nvSpPr>
          <p:cNvPr id="2" name="Slide Number Placeholder 1">
            <a:extLst>
              <a:ext uri="{FF2B5EF4-FFF2-40B4-BE49-F238E27FC236}">
                <a16:creationId xmlns:a16="http://schemas.microsoft.com/office/drawing/2014/main" id="{DE725FBB-5739-FC55-71CA-2D2B101AE0A3}"/>
              </a:ext>
            </a:extLst>
          </p:cNvPr>
          <p:cNvSpPr>
            <a:spLocks noGrp="1"/>
          </p:cNvSpPr>
          <p:nvPr>
            <p:ph type="sldNum" sz="quarter" idx="16"/>
          </p:nvPr>
        </p:nvSpPr>
        <p:spPr/>
        <p:txBody>
          <a:bodyPr/>
          <a:lstStyle/>
          <a:p>
            <a:fld id="{C6684DFB-8BCD-4B6F-9AA1-83F3BA61DF41}" type="slidenum">
              <a:rPr lang="en-US" smtClean="0"/>
              <a:pPr/>
              <a:t>‹#›</a:t>
            </a:fld>
            <a:endParaRPr lang="en-US"/>
          </a:p>
        </p:txBody>
      </p:sp>
    </p:spTree>
    <p:extLst>
      <p:ext uri="{BB962C8B-B14F-4D97-AF65-F5344CB8AC3E}">
        <p14:creationId xmlns:p14="http://schemas.microsoft.com/office/powerpoint/2010/main" val="1338072623"/>
      </p:ext>
    </p:extLst>
  </p:cSld>
  <p:clrMapOvr>
    <a:masterClrMapping/>
  </p:clrMapOvr>
  <p:extLst>
    <p:ext uri="{DCECCB84-F9BA-43D5-87BE-67443E8EF086}">
      <p15:sldGuideLst xmlns:p15="http://schemas.microsoft.com/office/powerpoint/2012/main">
        <p15:guide id="1" orient="horz" pos="3744" userDrawn="1">
          <p15:clr>
            <a:srgbClr val="FBAE40"/>
          </p15:clr>
        </p15:guide>
        <p15:guide id="2" pos="3926" userDrawn="1">
          <p15:clr>
            <a:srgbClr val="FBAE40"/>
          </p15:clr>
        </p15:guide>
        <p15:guide id="3" pos="600" userDrawn="1">
          <p15:clr>
            <a:srgbClr val="FBAE40"/>
          </p15:clr>
        </p15:guide>
        <p15:guide id="4" orient="horz" pos="240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AAEF4-B950-814D-A811-CD17BDDF049C}"/>
              </a:ext>
            </a:extLst>
          </p:cNvPr>
          <p:cNvSpPr>
            <a:spLocks noGrp="1"/>
          </p:cNvSpPr>
          <p:nvPr>
            <p:ph type="title"/>
          </p:nvPr>
        </p:nvSpPr>
        <p:spPr>
          <a:xfrm>
            <a:off x="949325" y="494273"/>
            <a:ext cx="10290175" cy="869089"/>
          </a:xfrm>
        </p:spPr>
        <p:txBody>
          <a:bodyPr lIns="0" tIns="0" rIns="0" bIns="0"/>
          <a:lstStyle/>
          <a:p>
            <a:r>
              <a:rPr lang="en-US"/>
              <a:t>Click to edit Master title style</a:t>
            </a:r>
          </a:p>
        </p:txBody>
      </p:sp>
      <p:cxnSp>
        <p:nvCxnSpPr>
          <p:cNvPr id="8" name="Straight Connector 7">
            <a:extLst>
              <a:ext uri="{FF2B5EF4-FFF2-40B4-BE49-F238E27FC236}">
                <a16:creationId xmlns:a16="http://schemas.microsoft.com/office/drawing/2014/main" id="{CBB5BDD8-8221-F040-8AE0-3F33C4E24CA0}"/>
              </a:ext>
            </a:extLst>
          </p:cNvPr>
          <p:cNvCxnSpPr>
            <a:cxnSpLocks/>
          </p:cNvCxnSpPr>
          <p:nvPr userDrawn="1"/>
        </p:nvCxnSpPr>
        <p:spPr>
          <a:xfrm>
            <a:off x="949325"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hart Placeholder 4">
            <a:extLst>
              <a:ext uri="{FF2B5EF4-FFF2-40B4-BE49-F238E27FC236}">
                <a16:creationId xmlns:a16="http://schemas.microsoft.com/office/drawing/2014/main" id="{DF1F65E7-1CB7-3D42-91A9-88DA4E58EB0E}"/>
              </a:ext>
            </a:extLst>
          </p:cNvPr>
          <p:cNvSpPr>
            <a:spLocks noGrp="1"/>
          </p:cNvSpPr>
          <p:nvPr>
            <p:ph type="chart" sz="quarter" idx="10"/>
          </p:nvPr>
        </p:nvSpPr>
        <p:spPr>
          <a:xfrm>
            <a:off x="949325" y="1570038"/>
            <a:ext cx="10290175" cy="4114800"/>
          </a:xfrm>
        </p:spPr>
        <p:txBody>
          <a:bodyPr lIns="0" tIns="0" rIns="0" bIns="0"/>
          <a:lstStyle/>
          <a:p>
            <a:endParaRPr lang="en-US"/>
          </a:p>
        </p:txBody>
      </p:sp>
      <p:sp>
        <p:nvSpPr>
          <p:cNvPr id="12" name="Rectangle 11">
            <a:extLst>
              <a:ext uri="{FF2B5EF4-FFF2-40B4-BE49-F238E27FC236}">
                <a16:creationId xmlns:a16="http://schemas.microsoft.com/office/drawing/2014/main" id="{1F56D074-0631-F846-A2A3-4A39FEAEFDD7}"/>
              </a:ext>
            </a:extLst>
          </p:cNvPr>
          <p:cNvSpPr/>
          <p:nvPr userDrawn="1"/>
        </p:nvSpPr>
        <p:spPr>
          <a:xfrm>
            <a:off x="0" y="6389511"/>
            <a:ext cx="12192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14" name="Picture 13" descr="The University of Iowa">
            <a:extLst>
              <a:ext uri="{FF2B5EF4-FFF2-40B4-BE49-F238E27FC236}">
                <a16:creationId xmlns:a16="http://schemas.microsoft.com/office/drawing/2014/main" id="{F53BBB5F-6629-C742-91EE-40B5B8BC1084}"/>
              </a:ext>
            </a:extLst>
          </p:cNvPr>
          <p:cNvPicPr>
            <a:picLocks noChangeAspect="1"/>
          </p:cNvPicPr>
          <p:nvPr userDrawn="1"/>
        </p:nvPicPr>
        <p:blipFill>
          <a:blip r:embed="rId2"/>
          <a:stretch>
            <a:fillRect/>
          </a:stretch>
        </p:blipFill>
        <p:spPr>
          <a:xfrm>
            <a:off x="838200" y="6131555"/>
            <a:ext cx="1545021" cy="733885"/>
          </a:xfrm>
          <a:prstGeom prst="rect">
            <a:avLst/>
          </a:prstGeom>
        </p:spPr>
      </p:pic>
      <p:sp>
        <p:nvSpPr>
          <p:cNvPr id="13" name="Footer Placeholder 4">
            <a:extLst>
              <a:ext uri="{FF2B5EF4-FFF2-40B4-BE49-F238E27FC236}">
                <a16:creationId xmlns:a16="http://schemas.microsoft.com/office/drawing/2014/main" id="{B3AC09A7-82B4-6B47-A4FB-CA6800EAFBA4}"/>
              </a:ext>
            </a:extLst>
          </p:cNvPr>
          <p:cNvSpPr>
            <a:spLocks noGrp="1"/>
          </p:cNvSpPr>
          <p:nvPr>
            <p:ph type="ftr" sz="quarter" idx="3"/>
          </p:nvPr>
        </p:nvSpPr>
        <p:spPr>
          <a:xfrm>
            <a:off x="2519853" y="6441192"/>
            <a:ext cx="8684173" cy="365125"/>
          </a:xfrm>
          <a:prstGeom prst="rect">
            <a:avLst/>
          </a:prstGeom>
        </p:spPr>
        <p:txBody>
          <a:bodyPr vert="horz" lIns="91440" tIns="45720" rIns="91440" bIns="45720" rtlCol="0" anchor="ctr"/>
          <a:lstStyle>
            <a:lvl1pPr algn="l">
              <a:defRPr sz="1400" b="0">
                <a:solidFill>
                  <a:schemeClr val="bg1"/>
                </a:solidFill>
              </a:defRPr>
            </a:lvl1pPr>
          </a:lstStyle>
          <a:p>
            <a:r>
              <a:rPr lang="en-US"/>
              <a:t>Insert-&gt;Header and Footer-&gt;Type Customizable Name</a:t>
            </a:r>
            <a:endParaRPr lang="en-US" b="0"/>
          </a:p>
        </p:txBody>
      </p:sp>
      <p:sp>
        <p:nvSpPr>
          <p:cNvPr id="3" name="Slide Number Placeholder 2">
            <a:extLst>
              <a:ext uri="{FF2B5EF4-FFF2-40B4-BE49-F238E27FC236}">
                <a16:creationId xmlns:a16="http://schemas.microsoft.com/office/drawing/2014/main" id="{2DA415F6-3853-C197-5E91-5F3F7ECF649E}"/>
              </a:ext>
            </a:extLst>
          </p:cNvPr>
          <p:cNvSpPr>
            <a:spLocks noGrp="1"/>
          </p:cNvSpPr>
          <p:nvPr>
            <p:ph type="sldNum" sz="quarter" idx="11"/>
          </p:nvPr>
        </p:nvSpPr>
        <p:spPr/>
        <p:txBody>
          <a:bodyPr/>
          <a:lstStyle/>
          <a:p>
            <a:fld id="{C6684DFB-8BCD-4B6F-9AA1-83F3BA61DF41}" type="slidenum">
              <a:rPr lang="en-US" smtClean="0"/>
              <a:pPr/>
              <a:t>‹#›</a:t>
            </a:fld>
            <a:endParaRPr lang="en-US"/>
          </a:p>
        </p:txBody>
      </p:sp>
    </p:spTree>
    <p:extLst>
      <p:ext uri="{BB962C8B-B14F-4D97-AF65-F5344CB8AC3E}">
        <p14:creationId xmlns:p14="http://schemas.microsoft.com/office/powerpoint/2010/main" val="3142765285"/>
      </p:ext>
    </p:extLst>
  </p:cSld>
  <p:clrMapOvr>
    <a:masterClrMapping/>
  </p:clrMapOvr>
  <p:extLst>
    <p:ext uri="{DCECCB84-F9BA-43D5-87BE-67443E8EF086}">
      <p15:sldGuideLst xmlns:p15="http://schemas.microsoft.com/office/powerpoint/2012/main">
        <p15:guide id="2" pos="598" userDrawn="1">
          <p15:clr>
            <a:srgbClr val="FBAE40"/>
          </p15:clr>
        </p15:guide>
        <p15:guide id="3" pos="708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1"/>
        </a:solidFill>
        <a:effectLst/>
      </p:bgPr>
    </p:bg>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AC533B8E-DBF3-664D-901D-8735DE775212}"/>
              </a:ext>
            </a:extLst>
          </p:cNvPr>
          <p:cNvSpPr>
            <a:spLocks noGrp="1"/>
          </p:cNvSpPr>
          <p:nvPr>
            <p:ph type="ctrTitle" hasCustomPrompt="1"/>
          </p:nvPr>
        </p:nvSpPr>
        <p:spPr>
          <a:xfrm>
            <a:off x="989081" y="3367173"/>
            <a:ext cx="7163317" cy="1160369"/>
          </a:xfrm>
        </p:spPr>
        <p:txBody>
          <a:bodyPr lIns="0" tIns="0" rIns="0" bIns="0" anchor="t" anchorCtr="0">
            <a:noAutofit/>
          </a:bodyPr>
          <a:lstStyle>
            <a:lvl1pPr algn="l">
              <a:defRPr sz="6000" b="1">
                <a:solidFill>
                  <a:schemeClr val="tx1"/>
                </a:solidFill>
                <a:latin typeface="+mj-lt"/>
                <a:ea typeface="Roboto Black" panose="02000000000000000000" pitchFamily="2" charset="0"/>
                <a:cs typeface="Arial" panose="020B0604020202020204" pitchFamily="34" charset="0"/>
              </a:defRPr>
            </a:lvl1pPr>
          </a:lstStyle>
          <a:p>
            <a:r>
              <a:rPr lang="en-US"/>
              <a:t>Thank you</a:t>
            </a:r>
          </a:p>
        </p:txBody>
      </p:sp>
      <p:cxnSp>
        <p:nvCxnSpPr>
          <p:cNvPr id="21" name="Straight Connector 20">
            <a:extLst>
              <a:ext uri="{FF2B5EF4-FFF2-40B4-BE49-F238E27FC236}">
                <a16:creationId xmlns:a16="http://schemas.microsoft.com/office/drawing/2014/main" id="{4F7216A4-2452-1B4B-AE0D-122E7F5A5965}"/>
              </a:ext>
            </a:extLst>
          </p:cNvPr>
          <p:cNvCxnSpPr>
            <a:cxnSpLocks/>
          </p:cNvCxnSpPr>
          <p:nvPr userDrawn="1"/>
        </p:nvCxnSpPr>
        <p:spPr>
          <a:xfrm>
            <a:off x="974126" y="3029213"/>
            <a:ext cx="768531"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 Placeholder 13">
            <a:extLst>
              <a:ext uri="{FF2B5EF4-FFF2-40B4-BE49-F238E27FC236}">
                <a16:creationId xmlns:a16="http://schemas.microsoft.com/office/drawing/2014/main" id="{73873935-43A0-4C23-AC45-B3EF69B188E1}"/>
              </a:ext>
            </a:extLst>
          </p:cNvPr>
          <p:cNvSpPr>
            <a:spLocks noGrp="1"/>
          </p:cNvSpPr>
          <p:nvPr>
            <p:ph type="body" sz="quarter" idx="12" hasCustomPrompt="1"/>
          </p:nvPr>
        </p:nvSpPr>
        <p:spPr>
          <a:xfrm>
            <a:off x="8628383" y="3029213"/>
            <a:ext cx="2687038" cy="1498329"/>
          </a:xfrm>
        </p:spPr>
        <p:txBody>
          <a:bodyPr vert="horz" anchor="ctr" anchorCtr="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b="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Presenter Name</a:t>
            </a:r>
          </a:p>
          <a:p>
            <a:pPr lvl="0"/>
            <a:r>
              <a:rPr lang="en-US"/>
              <a:t>Contact Person Title </a:t>
            </a:r>
          </a:p>
          <a:p>
            <a:pPr lvl="0"/>
            <a:r>
              <a:rPr lang="en-US"/>
              <a:t>Contact Person Unit</a:t>
            </a:r>
          </a:p>
          <a:p>
            <a:pPr lvl="0"/>
            <a:endParaRPr lang="en-US"/>
          </a:p>
          <a:p>
            <a:pPr lvl="0"/>
            <a:r>
              <a:rPr lang="en-US"/>
              <a:t>Phone: </a:t>
            </a:r>
          </a:p>
          <a:p>
            <a:pPr lvl="0"/>
            <a:r>
              <a:rPr lang="en-US"/>
              <a:t>Fax: </a:t>
            </a:r>
          </a:p>
          <a:p>
            <a:pPr lvl="0"/>
            <a:r>
              <a:rPr lang="en-US"/>
              <a:t>Email:</a:t>
            </a:r>
          </a:p>
        </p:txBody>
      </p:sp>
      <p:sp>
        <p:nvSpPr>
          <p:cNvPr id="4" name="Rectangle 3">
            <a:extLst>
              <a:ext uri="{FF2B5EF4-FFF2-40B4-BE49-F238E27FC236}">
                <a16:creationId xmlns:a16="http://schemas.microsoft.com/office/drawing/2014/main" id="{1C6ACD65-4DC5-40D8-89A9-EBA0997790E8}"/>
              </a:ext>
            </a:extLst>
          </p:cNvPr>
          <p:cNvSpPr/>
          <p:nvPr userDrawn="1"/>
        </p:nvSpPr>
        <p:spPr>
          <a:xfrm>
            <a:off x="949325" y="5019085"/>
            <a:ext cx="318908" cy="3693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33438018-43AE-4329-BACA-C859C7CFF4A2}"/>
              </a:ext>
            </a:extLst>
          </p:cNvPr>
          <p:cNvSpPr>
            <a:spLocks noGrp="1"/>
          </p:cNvSpPr>
          <p:nvPr>
            <p:ph type="body" sz="quarter" idx="10" hasCustomPrompt="1"/>
          </p:nvPr>
        </p:nvSpPr>
        <p:spPr>
          <a:xfrm>
            <a:off x="1268233" y="5019085"/>
            <a:ext cx="2231701" cy="369332"/>
          </a:xfrm>
          <a:solidFill>
            <a:schemeClr val="tx1"/>
          </a:solidFill>
          <a:ln>
            <a:noFill/>
          </a:ln>
        </p:spPr>
        <p:txBody>
          <a:bodyPr wrap="none" lIns="91440" tIns="45720" rIns="91440" bIns="45720">
            <a:spAutoFit/>
          </a:bodyPr>
          <a:lstStyle>
            <a:lvl1pPr marL="0" indent="0">
              <a:buNone/>
              <a:defRPr sz="1800">
                <a:solidFill>
                  <a:schemeClr val="bg1"/>
                </a:solidFill>
                <a:latin typeface="Roboto Black" panose="02000000000000000000" pitchFamily="2" charset="0"/>
                <a:ea typeface="Roboto Black" panose="02000000000000000000" pitchFamily="2" charset="0"/>
              </a:defRPr>
            </a:lvl1pPr>
          </a:lstStyle>
          <a:p>
            <a:pPr lvl="0"/>
            <a:r>
              <a:rPr lang="en-US"/>
              <a:t>Insert Web Address</a:t>
            </a:r>
          </a:p>
        </p:txBody>
      </p:sp>
      <p:grpSp>
        <p:nvGrpSpPr>
          <p:cNvPr id="15" name="Group 14">
            <a:extLst>
              <a:ext uri="{FF2B5EF4-FFF2-40B4-BE49-F238E27FC236}">
                <a16:creationId xmlns:a16="http://schemas.microsoft.com/office/drawing/2014/main" id="{EB262A30-5EEC-5549-B428-7E5B11A5D7A7}"/>
              </a:ext>
            </a:extLst>
          </p:cNvPr>
          <p:cNvGrpSpPr/>
          <p:nvPr userDrawn="1"/>
        </p:nvGrpSpPr>
        <p:grpSpPr>
          <a:xfrm>
            <a:off x="1071271" y="5122118"/>
            <a:ext cx="142379" cy="150373"/>
            <a:chOff x="3057746" y="812006"/>
            <a:chExt cx="173610" cy="183357"/>
          </a:xfrm>
          <a:noFill/>
        </p:grpSpPr>
        <p:cxnSp>
          <p:nvCxnSpPr>
            <p:cNvPr id="16" name="Straight Connector 15">
              <a:extLst>
                <a:ext uri="{FF2B5EF4-FFF2-40B4-BE49-F238E27FC236}">
                  <a16:creationId xmlns:a16="http://schemas.microsoft.com/office/drawing/2014/main" id="{1699B573-1E8F-3547-9D64-50A2EC630F1F}"/>
                </a:ext>
              </a:extLst>
            </p:cNvPr>
            <p:cNvCxnSpPr/>
            <p:nvPr userDrawn="1"/>
          </p:nvCxnSpPr>
          <p:spPr>
            <a:xfrm>
              <a:off x="3057746" y="904875"/>
              <a:ext cx="173610" cy="0"/>
            </a:xfrm>
            <a:prstGeom prst="line">
              <a:avLst/>
            </a:prstGeom>
            <a:grpFill/>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Freeform: Shape 12">
              <a:extLst>
                <a:ext uri="{FF2B5EF4-FFF2-40B4-BE49-F238E27FC236}">
                  <a16:creationId xmlns:a16="http://schemas.microsoft.com/office/drawing/2014/main" id="{68F32139-4BAE-F54C-8358-EF5839C5813E}"/>
                </a:ext>
              </a:extLst>
            </p:cNvPr>
            <p:cNvSpPr/>
            <p:nvPr userDrawn="1"/>
          </p:nvSpPr>
          <p:spPr>
            <a:xfrm>
              <a:off x="3143250" y="812006"/>
              <a:ext cx="85725" cy="183357"/>
            </a:xfrm>
            <a:custGeom>
              <a:avLst/>
              <a:gdLst>
                <a:gd name="connsiteX0" fmla="*/ 4763 w 85725"/>
                <a:gd name="connsiteY0" fmla="*/ 0 h 183357"/>
                <a:gd name="connsiteX1" fmla="*/ 85725 w 85725"/>
                <a:gd name="connsiteY1" fmla="*/ 92869 h 183357"/>
                <a:gd name="connsiteX2" fmla="*/ 0 w 85725"/>
                <a:gd name="connsiteY2" fmla="*/ 183357 h 183357"/>
              </a:gdLst>
              <a:ahLst/>
              <a:cxnLst>
                <a:cxn ang="0">
                  <a:pos x="connsiteX0" y="connsiteY0"/>
                </a:cxn>
                <a:cxn ang="0">
                  <a:pos x="connsiteX1" y="connsiteY1"/>
                </a:cxn>
                <a:cxn ang="0">
                  <a:pos x="connsiteX2" y="connsiteY2"/>
                </a:cxn>
              </a:cxnLst>
              <a:rect l="l" t="t" r="r" b="b"/>
              <a:pathLst>
                <a:path w="85725" h="183357">
                  <a:moveTo>
                    <a:pt x="4763" y="0"/>
                  </a:moveTo>
                  <a:lnTo>
                    <a:pt x="85725" y="92869"/>
                  </a:lnTo>
                  <a:lnTo>
                    <a:pt x="0" y="183357"/>
                  </a:lnTo>
                </a:path>
              </a:pathLst>
            </a:custGeom>
            <a:grp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4" name="Picture 13">
            <a:extLst>
              <a:ext uri="{FF2B5EF4-FFF2-40B4-BE49-F238E27FC236}">
                <a16:creationId xmlns:a16="http://schemas.microsoft.com/office/drawing/2014/main" id="{4B1807D8-E6B4-C743-A4EC-22D5E0479848}"/>
              </a:ext>
            </a:extLst>
          </p:cNvPr>
          <p:cNvPicPr>
            <a:picLocks noChangeAspect="1"/>
          </p:cNvPicPr>
          <p:nvPr userDrawn="1"/>
        </p:nvPicPr>
        <p:blipFill>
          <a:blip r:embed="rId2"/>
          <a:srcRect/>
          <a:stretch/>
        </p:blipFill>
        <p:spPr>
          <a:xfrm>
            <a:off x="8628383" y="0"/>
            <a:ext cx="2687038" cy="1279542"/>
          </a:xfrm>
          <a:prstGeom prst="rect">
            <a:avLst/>
          </a:prstGeom>
        </p:spPr>
      </p:pic>
      <p:sp>
        <p:nvSpPr>
          <p:cNvPr id="20" name="Footer Placeholder 4">
            <a:extLst>
              <a:ext uri="{FF2B5EF4-FFF2-40B4-BE49-F238E27FC236}">
                <a16:creationId xmlns:a16="http://schemas.microsoft.com/office/drawing/2014/main" id="{4D36833F-B2C7-1C49-9947-A60C1ACB0296}"/>
              </a:ext>
            </a:extLst>
          </p:cNvPr>
          <p:cNvSpPr>
            <a:spLocks noGrp="1"/>
          </p:cNvSpPr>
          <p:nvPr>
            <p:ph type="ftr" sz="quarter" idx="3"/>
          </p:nvPr>
        </p:nvSpPr>
        <p:spPr>
          <a:xfrm>
            <a:off x="956096" y="2463764"/>
            <a:ext cx="7157006" cy="365125"/>
          </a:xfrm>
          <a:prstGeom prst="rect">
            <a:avLst/>
          </a:prstGeom>
          <a:noFill/>
        </p:spPr>
        <p:txBody>
          <a:bodyPr vert="horz" lIns="0" tIns="0" rIns="0" bIns="0" rtlCol="0" anchor="ctr"/>
          <a:lstStyle>
            <a:lvl1pPr algn="l">
              <a:defRPr sz="1800" b="0">
                <a:solidFill>
                  <a:schemeClr val="tx1"/>
                </a:solidFill>
              </a:defRPr>
            </a:lvl1pPr>
          </a:lstStyle>
          <a:p>
            <a:r>
              <a:rPr lang="en-US"/>
              <a:t>Insert-&gt;Header and Footer-&gt;Type Customizable Name</a:t>
            </a:r>
          </a:p>
        </p:txBody>
      </p:sp>
      <p:sp>
        <p:nvSpPr>
          <p:cNvPr id="2" name="Slide Number Placeholder 1">
            <a:extLst>
              <a:ext uri="{FF2B5EF4-FFF2-40B4-BE49-F238E27FC236}">
                <a16:creationId xmlns:a16="http://schemas.microsoft.com/office/drawing/2014/main" id="{6324E876-4916-29D1-FA73-B869297DC65F}"/>
              </a:ext>
            </a:extLst>
          </p:cNvPr>
          <p:cNvSpPr>
            <a:spLocks noGrp="1"/>
          </p:cNvSpPr>
          <p:nvPr>
            <p:ph type="sldNum" sz="quarter" idx="13"/>
          </p:nvPr>
        </p:nvSpPr>
        <p:spPr/>
        <p:txBody>
          <a:bodyPr/>
          <a:lstStyle/>
          <a:p>
            <a:fld id="{C6684DFB-8BCD-4B6F-9AA1-83F3BA61DF41}" type="slidenum">
              <a:rPr lang="en-US" smtClean="0"/>
              <a:pPr/>
              <a:t>‹#›</a:t>
            </a:fld>
            <a:endParaRPr lang="en-US"/>
          </a:p>
        </p:txBody>
      </p:sp>
    </p:spTree>
    <p:extLst>
      <p:ext uri="{BB962C8B-B14F-4D97-AF65-F5344CB8AC3E}">
        <p14:creationId xmlns:p14="http://schemas.microsoft.com/office/powerpoint/2010/main" val="28836383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98"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losing Slide-Solid Black">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A47420D0-6FF1-9C4A-B953-EA4EEABBA308}"/>
              </a:ext>
            </a:extLst>
          </p:cNvPr>
          <p:cNvSpPr>
            <a:spLocks noGrp="1"/>
          </p:cNvSpPr>
          <p:nvPr>
            <p:ph type="ctrTitle" hasCustomPrompt="1"/>
          </p:nvPr>
        </p:nvSpPr>
        <p:spPr>
          <a:xfrm>
            <a:off x="989081" y="3367173"/>
            <a:ext cx="7163317" cy="1160369"/>
          </a:xfrm>
        </p:spPr>
        <p:txBody>
          <a:bodyPr lIns="0" tIns="0" rIns="0" bIns="0" anchor="t" anchorCtr="0">
            <a:noAutofit/>
          </a:bodyPr>
          <a:lstStyle>
            <a:lvl1pPr algn="l">
              <a:defRPr sz="6000" b="1">
                <a:solidFill>
                  <a:schemeClr val="bg1"/>
                </a:solidFill>
                <a:latin typeface="+mj-lt"/>
                <a:ea typeface="Roboto Black" panose="02000000000000000000" pitchFamily="2" charset="0"/>
                <a:cs typeface="Arial" panose="020B0604020202020204" pitchFamily="34" charset="0"/>
              </a:defRPr>
            </a:lvl1pPr>
          </a:lstStyle>
          <a:p>
            <a:r>
              <a:rPr lang="en-US"/>
              <a:t>Thank you</a:t>
            </a:r>
          </a:p>
        </p:txBody>
      </p:sp>
      <p:cxnSp>
        <p:nvCxnSpPr>
          <p:cNvPr id="21" name="Straight Connector 20">
            <a:extLst>
              <a:ext uri="{FF2B5EF4-FFF2-40B4-BE49-F238E27FC236}">
                <a16:creationId xmlns:a16="http://schemas.microsoft.com/office/drawing/2014/main" id="{4F7216A4-2452-1B4B-AE0D-122E7F5A5965}"/>
              </a:ext>
            </a:extLst>
          </p:cNvPr>
          <p:cNvCxnSpPr>
            <a:cxnSpLocks/>
          </p:cNvCxnSpPr>
          <p:nvPr userDrawn="1"/>
        </p:nvCxnSpPr>
        <p:spPr>
          <a:xfrm>
            <a:off x="974126" y="3029213"/>
            <a:ext cx="768531" cy="0"/>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7" name="Text Placeholder 13">
            <a:extLst>
              <a:ext uri="{FF2B5EF4-FFF2-40B4-BE49-F238E27FC236}">
                <a16:creationId xmlns:a16="http://schemas.microsoft.com/office/drawing/2014/main" id="{73873935-43A0-4C23-AC45-B3EF69B188E1}"/>
              </a:ext>
            </a:extLst>
          </p:cNvPr>
          <p:cNvSpPr>
            <a:spLocks noGrp="1"/>
          </p:cNvSpPr>
          <p:nvPr>
            <p:ph type="body" sz="quarter" idx="12" hasCustomPrompt="1"/>
          </p:nvPr>
        </p:nvSpPr>
        <p:spPr>
          <a:xfrm>
            <a:off x="8625016" y="3029213"/>
            <a:ext cx="2693773" cy="1498329"/>
          </a:xfrm>
        </p:spPr>
        <p:txBody>
          <a:bodyPr vert="horz" anchor="ctr" anchorCtr="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b="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Presenter Name</a:t>
            </a:r>
          </a:p>
          <a:p>
            <a:pPr lvl="0"/>
            <a:r>
              <a:rPr lang="en-US"/>
              <a:t>Contact Person Title </a:t>
            </a:r>
          </a:p>
          <a:p>
            <a:pPr lvl="0"/>
            <a:r>
              <a:rPr lang="en-US"/>
              <a:t>Contact Person Unit</a:t>
            </a:r>
          </a:p>
          <a:p>
            <a:pPr lvl="0"/>
            <a:endParaRPr lang="en-US"/>
          </a:p>
          <a:p>
            <a:pPr lvl="0"/>
            <a:r>
              <a:rPr lang="en-US"/>
              <a:t>Phone: </a:t>
            </a:r>
          </a:p>
          <a:p>
            <a:pPr lvl="0"/>
            <a:r>
              <a:rPr lang="en-US"/>
              <a:t>Fax: </a:t>
            </a:r>
          </a:p>
          <a:p>
            <a:pPr lvl="0"/>
            <a:r>
              <a:rPr lang="en-US"/>
              <a:t>Email:</a:t>
            </a:r>
          </a:p>
        </p:txBody>
      </p:sp>
      <p:sp>
        <p:nvSpPr>
          <p:cNvPr id="4" name="Rectangle 3">
            <a:extLst>
              <a:ext uri="{FF2B5EF4-FFF2-40B4-BE49-F238E27FC236}">
                <a16:creationId xmlns:a16="http://schemas.microsoft.com/office/drawing/2014/main" id="{1C6ACD65-4DC5-40D8-89A9-EBA0997790E8}"/>
              </a:ext>
            </a:extLst>
          </p:cNvPr>
          <p:cNvSpPr/>
          <p:nvPr userDrawn="1"/>
        </p:nvSpPr>
        <p:spPr>
          <a:xfrm>
            <a:off x="949325" y="5019085"/>
            <a:ext cx="318908" cy="369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33438018-43AE-4329-BACA-C859C7CFF4A2}"/>
              </a:ext>
            </a:extLst>
          </p:cNvPr>
          <p:cNvSpPr>
            <a:spLocks noGrp="1"/>
          </p:cNvSpPr>
          <p:nvPr>
            <p:ph type="body" sz="quarter" idx="10" hasCustomPrompt="1"/>
          </p:nvPr>
        </p:nvSpPr>
        <p:spPr>
          <a:xfrm>
            <a:off x="1268233" y="5019085"/>
            <a:ext cx="2231701" cy="369332"/>
          </a:xfrm>
          <a:solidFill>
            <a:schemeClr val="accent1"/>
          </a:solidFill>
          <a:ln>
            <a:noFill/>
          </a:ln>
        </p:spPr>
        <p:txBody>
          <a:bodyPr wrap="none" lIns="91440" tIns="45720" rIns="91440" bIns="45720">
            <a:spAutoFit/>
          </a:bodyPr>
          <a:lstStyle>
            <a:lvl1pPr marL="0" indent="0">
              <a:buNone/>
              <a:defRPr sz="1800">
                <a:solidFill>
                  <a:schemeClr val="tx1"/>
                </a:solidFill>
                <a:latin typeface="Roboto Black" panose="02000000000000000000" pitchFamily="2" charset="0"/>
                <a:ea typeface="Roboto Black" panose="02000000000000000000" pitchFamily="2" charset="0"/>
              </a:defRPr>
            </a:lvl1pPr>
          </a:lstStyle>
          <a:p>
            <a:pPr lvl="0"/>
            <a:r>
              <a:rPr lang="en-US"/>
              <a:t>Insert Web Address</a:t>
            </a:r>
          </a:p>
        </p:txBody>
      </p:sp>
      <p:grpSp>
        <p:nvGrpSpPr>
          <p:cNvPr id="11" name="Group 10">
            <a:extLst>
              <a:ext uri="{FF2B5EF4-FFF2-40B4-BE49-F238E27FC236}">
                <a16:creationId xmlns:a16="http://schemas.microsoft.com/office/drawing/2014/main" id="{5625728D-FF50-4FF2-AC2E-B13A3D44D5B9}"/>
              </a:ext>
            </a:extLst>
          </p:cNvPr>
          <p:cNvGrpSpPr/>
          <p:nvPr/>
        </p:nvGrpSpPr>
        <p:grpSpPr>
          <a:xfrm>
            <a:off x="1071271" y="5122118"/>
            <a:ext cx="142379" cy="150373"/>
            <a:chOff x="3057746" y="812006"/>
            <a:chExt cx="173610" cy="183357"/>
          </a:xfrm>
          <a:noFill/>
        </p:grpSpPr>
        <p:cxnSp>
          <p:nvCxnSpPr>
            <p:cNvPr id="12" name="Straight Connector 11">
              <a:extLst>
                <a:ext uri="{FF2B5EF4-FFF2-40B4-BE49-F238E27FC236}">
                  <a16:creationId xmlns:a16="http://schemas.microsoft.com/office/drawing/2014/main" id="{58A6E0DE-15E0-485B-8083-6D1BB965B9B6}"/>
                </a:ext>
              </a:extLst>
            </p:cNvPr>
            <p:cNvCxnSpPr/>
            <p:nvPr userDrawn="1"/>
          </p:nvCxnSpPr>
          <p:spPr>
            <a:xfrm>
              <a:off x="3057746" y="904875"/>
              <a:ext cx="173610" cy="0"/>
            </a:xfrm>
            <a:prstGeom prst="line">
              <a:avLst/>
            </a:prstGeom>
            <a:grpFill/>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Freeform: Shape 12">
              <a:extLst>
                <a:ext uri="{FF2B5EF4-FFF2-40B4-BE49-F238E27FC236}">
                  <a16:creationId xmlns:a16="http://schemas.microsoft.com/office/drawing/2014/main" id="{184EFEE4-DF1C-4FDF-ABC6-804BF8FA2941}"/>
                </a:ext>
              </a:extLst>
            </p:cNvPr>
            <p:cNvSpPr/>
            <p:nvPr userDrawn="1"/>
          </p:nvSpPr>
          <p:spPr>
            <a:xfrm>
              <a:off x="3143250" y="812006"/>
              <a:ext cx="85725" cy="183357"/>
            </a:xfrm>
            <a:custGeom>
              <a:avLst/>
              <a:gdLst>
                <a:gd name="connsiteX0" fmla="*/ 4763 w 85725"/>
                <a:gd name="connsiteY0" fmla="*/ 0 h 183357"/>
                <a:gd name="connsiteX1" fmla="*/ 85725 w 85725"/>
                <a:gd name="connsiteY1" fmla="*/ 92869 h 183357"/>
                <a:gd name="connsiteX2" fmla="*/ 0 w 85725"/>
                <a:gd name="connsiteY2" fmla="*/ 183357 h 183357"/>
              </a:gdLst>
              <a:ahLst/>
              <a:cxnLst>
                <a:cxn ang="0">
                  <a:pos x="connsiteX0" y="connsiteY0"/>
                </a:cxn>
                <a:cxn ang="0">
                  <a:pos x="connsiteX1" y="connsiteY1"/>
                </a:cxn>
                <a:cxn ang="0">
                  <a:pos x="connsiteX2" y="connsiteY2"/>
                </a:cxn>
              </a:cxnLst>
              <a:rect l="l" t="t" r="r" b="b"/>
              <a:pathLst>
                <a:path w="85725" h="183357">
                  <a:moveTo>
                    <a:pt x="4763" y="0"/>
                  </a:moveTo>
                  <a:lnTo>
                    <a:pt x="85725" y="92869"/>
                  </a:lnTo>
                  <a:lnTo>
                    <a:pt x="0" y="183357"/>
                  </a:lnTo>
                </a:path>
              </a:pathLst>
            </a:custGeom>
            <a:grp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5" name="Picture 14" descr="The University of Iowa">
            <a:extLst>
              <a:ext uri="{FF2B5EF4-FFF2-40B4-BE49-F238E27FC236}">
                <a16:creationId xmlns:a16="http://schemas.microsoft.com/office/drawing/2014/main" id="{6179B039-C5FC-F04C-AB21-BEF980B032D5}"/>
              </a:ext>
            </a:extLst>
          </p:cNvPr>
          <p:cNvPicPr>
            <a:picLocks noChangeAspect="1"/>
          </p:cNvPicPr>
          <p:nvPr userDrawn="1"/>
        </p:nvPicPr>
        <p:blipFill>
          <a:blip r:embed="rId2"/>
          <a:stretch>
            <a:fillRect/>
          </a:stretch>
        </p:blipFill>
        <p:spPr>
          <a:xfrm>
            <a:off x="8625016" y="0"/>
            <a:ext cx="2693773" cy="1279542"/>
          </a:xfrm>
          <a:prstGeom prst="rect">
            <a:avLst/>
          </a:prstGeom>
        </p:spPr>
      </p:pic>
      <p:sp>
        <p:nvSpPr>
          <p:cNvPr id="17" name="Footer Placeholder 4">
            <a:extLst>
              <a:ext uri="{FF2B5EF4-FFF2-40B4-BE49-F238E27FC236}">
                <a16:creationId xmlns:a16="http://schemas.microsoft.com/office/drawing/2014/main" id="{70E4C36A-C453-EE4B-A1E5-D1232C361273}"/>
              </a:ext>
            </a:extLst>
          </p:cNvPr>
          <p:cNvSpPr>
            <a:spLocks noGrp="1"/>
          </p:cNvSpPr>
          <p:nvPr>
            <p:ph type="ftr" sz="quarter" idx="3"/>
          </p:nvPr>
        </p:nvSpPr>
        <p:spPr>
          <a:xfrm>
            <a:off x="956096" y="2463764"/>
            <a:ext cx="7157006" cy="365125"/>
          </a:xfrm>
          <a:prstGeom prst="rect">
            <a:avLst/>
          </a:prstGeom>
          <a:noFill/>
        </p:spPr>
        <p:txBody>
          <a:bodyPr vert="horz" lIns="0" tIns="0" rIns="0" bIns="0" rtlCol="0" anchor="ctr"/>
          <a:lstStyle>
            <a:lvl1pPr algn="l">
              <a:defRPr sz="1800" b="0">
                <a:solidFill>
                  <a:schemeClr val="bg1"/>
                </a:solidFill>
              </a:defRPr>
            </a:lvl1pPr>
          </a:lstStyle>
          <a:p>
            <a:r>
              <a:rPr lang="en-US"/>
              <a:t>Insert-&gt;Header and Footer-&gt;Type Customizable Name</a:t>
            </a:r>
          </a:p>
        </p:txBody>
      </p:sp>
      <p:sp>
        <p:nvSpPr>
          <p:cNvPr id="2" name="Slide Number Placeholder 1">
            <a:extLst>
              <a:ext uri="{FF2B5EF4-FFF2-40B4-BE49-F238E27FC236}">
                <a16:creationId xmlns:a16="http://schemas.microsoft.com/office/drawing/2014/main" id="{A6FCD2AD-E2B9-303E-DEC2-98D4F67ED36D}"/>
              </a:ext>
            </a:extLst>
          </p:cNvPr>
          <p:cNvSpPr>
            <a:spLocks noGrp="1"/>
          </p:cNvSpPr>
          <p:nvPr>
            <p:ph type="sldNum" sz="quarter" idx="13"/>
          </p:nvPr>
        </p:nvSpPr>
        <p:spPr/>
        <p:txBody>
          <a:bodyPr/>
          <a:lstStyle/>
          <a:p>
            <a:fld id="{C6684DFB-8BCD-4B6F-9AA1-83F3BA61DF41}" type="slidenum">
              <a:rPr lang="en-US" smtClean="0"/>
              <a:pPr/>
              <a:t>‹#›</a:t>
            </a:fld>
            <a:endParaRPr lang="en-US"/>
          </a:p>
        </p:txBody>
      </p:sp>
    </p:spTree>
    <p:extLst>
      <p:ext uri="{BB962C8B-B14F-4D97-AF65-F5344CB8AC3E}">
        <p14:creationId xmlns:p14="http://schemas.microsoft.com/office/powerpoint/2010/main" val="37886445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98"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OWA Logo with Text">
    <p:bg>
      <p:bgPr>
        <a:solidFill>
          <a:schemeClr val="tx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B993FB4-4336-2048-A6A4-FA306EBBE714}"/>
              </a:ext>
            </a:extLst>
          </p:cNvPr>
          <p:cNvSpPr>
            <a:spLocks noGrp="1"/>
          </p:cNvSpPr>
          <p:nvPr>
            <p:ph type="title" hasCustomPrompt="1"/>
          </p:nvPr>
        </p:nvSpPr>
        <p:spPr>
          <a:xfrm>
            <a:off x="838200" y="4485842"/>
            <a:ext cx="10515600" cy="896116"/>
          </a:xfrm>
        </p:spPr>
        <p:txBody>
          <a:bodyPr/>
          <a:lstStyle>
            <a:lvl1pPr algn="ctr">
              <a:defRPr>
                <a:solidFill>
                  <a:schemeClr val="bg1"/>
                </a:solidFill>
              </a:defRPr>
            </a:lvl1pPr>
          </a:lstStyle>
          <a:p>
            <a:r>
              <a:rPr lang="en-US"/>
              <a:t>Closing Slide Header</a:t>
            </a:r>
          </a:p>
        </p:txBody>
      </p:sp>
      <p:pic>
        <p:nvPicPr>
          <p:cNvPr id="4" name="Picture 3" descr="The University of Iowa">
            <a:extLst>
              <a:ext uri="{FF2B5EF4-FFF2-40B4-BE49-F238E27FC236}">
                <a16:creationId xmlns:a16="http://schemas.microsoft.com/office/drawing/2014/main" id="{D94B893B-3A5E-A84C-9A26-CCC1CC0A2366}"/>
              </a:ext>
            </a:extLst>
          </p:cNvPr>
          <p:cNvPicPr>
            <a:picLocks noChangeAspect="1"/>
          </p:cNvPicPr>
          <p:nvPr userDrawn="1"/>
        </p:nvPicPr>
        <p:blipFill>
          <a:blip r:embed="rId2"/>
          <a:stretch>
            <a:fillRect/>
          </a:stretch>
        </p:blipFill>
        <p:spPr>
          <a:xfrm>
            <a:off x="2286000" y="675842"/>
            <a:ext cx="7620000" cy="3810000"/>
          </a:xfrm>
          <a:prstGeom prst="rect">
            <a:avLst/>
          </a:prstGeom>
        </p:spPr>
      </p:pic>
      <p:sp>
        <p:nvSpPr>
          <p:cNvPr id="2" name="Slide Number Placeholder 1">
            <a:extLst>
              <a:ext uri="{FF2B5EF4-FFF2-40B4-BE49-F238E27FC236}">
                <a16:creationId xmlns:a16="http://schemas.microsoft.com/office/drawing/2014/main" id="{53FB0B10-D369-C564-0FFC-E531159E1000}"/>
              </a:ext>
            </a:extLst>
          </p:cNvPr>
          <p:cNvSpPr>
            <a:spLocks noGrp="1"/>
          </p:cNvSpPr>
          <p:nvPr>
            <p:ph type="sldNum" sz="quarter" idx="10"/>
          </p:nvPr>
        </p:nvSpPr>
        <p:spPr/>
        <p:txBody>
          <a:bodyPr/>
          <a:lstStyle/>
          <a:p>
            <a:fld id="{C6684DFB-8BCD-4B6F-9AA1-83F3BA61DF41}" type="slidenum">
              <a:rPr lang="en-US" smtClean="0"/>
              <a:pPr/>
              <a:t>‹#›</a:t>
            </a:fld>
            <a:endParaRPr lang="en-US"/>
          </a:p>
        </p:txBody>
      </p:sp>
    </p:spTree>
    <p:extLst>
      <p:ext uri="{BB962C8B-B14F-4D97-AF65-F5344CB8AC3E}">
        <p14:creationId xmlns:p14="http://schemas.microsoft.com/office/powerpoint/2010/main" val="273075325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OWA Logo only">
    <p:bg>
      <p:bgPr>
        <a:solidFill>
          <a:schemeClr val="tx1"/>
        </a:solidFill>
        <a:effectLst/>
      </p:bgPr>
    </p:bg>
    <p:spTree>
      <p:nvGrpSpPr>
        <p:cNvPr id="1" name=""/>
        <p:cNvGrpSpPr/>
        <p:nvPr/>
      </p:nvGrpSpPr>
      <p:grpSpPr>
        <a:xfrm>
          <a:off x="0" y="0"/>
          <a:ext cx="0" cy="0"/>
          <a:chOff x="0" y="0"/>
          <a:chExt cx="0" cy="0"/>
        </a:xfrm>
      </p:grpSpPr>
      <p:pic>
        <p:nvPicPr>
          <p:cNvPr id="4" name="Picture 3" descr="The University of Iowa">
            <a:extLst>
              <a:ext uri="{FF2B5EF4-FFF2-40B4-BE49-F238E27FC236}">
                <a16:creationId xmlns:a16="http://schemas.microsoft.com/office/drawing/2014/main" id="{D94B893B-3A5E-A84C-9A26-CCC1CC0A2366}"/>
              </a:ext>
            </a:extLst>
          </p:cNvPr>
          <p:cNvPicPr>
            <a:picLocks noChangeAspect="1"/>
          </p:cNvPicPr>
          <p:nvPr userDrawn="1"/>
        </p:nvPicPr>
        <p:blipFill>
          <a:blip r:embed="rId2"/>
          <a:stretch>
            <a:fillRect/>
          </a:stretch>
        </p:blipFill>
        <p:spPr>
          <a:xfrm>
            <a:off x="2286000" y="1524000"/>
            <a:ext cx="7620000" cy="3810000"/>
          </a:xfrm>
          <a:prstGeom prst="rect">
            <a:avLst/>
          </a:prstGeom>
        </p:spPr>
      </p:pic>
      <p:sp>
        <p:nvSpPr>
          <p:cNvPr id="2" name="Slide Number Placeholder 1">
            <a:extLst>
              <a:ext uri="{FF2B5EF4-FFF2-40B4-BE49-F238E27FC236}">
                <a16:creationId xmlns:a16="http://schemas.microsoft.com/office/drawing/2014/main" id="{FA4035E5-E40A-8221-06E5-45B6939909C7}"/>
              </a:ext>
            </a:extLst>
          </p:cNvPr>
          <p:cNvSpPr>
            <a:spLocks noGrp="1"/>
          </p:cNvSpPr>
          <p:nvPr>
            <p:ph type="sldNum" sz="quarter" idx="10"/>
          </p:nvPr>
        </p:nvSpPr>
        <p:spPr/>
        <p:txBody>
          <a:bodyPr/>
          <a:lstStyle/>
          <a:p>
            <a:fld id="{C6684DFB-8BCD-4B6F-9AA1-83F3BA61DF41}" type="slidenum">
              <a:rPr lang="en-US" smtClean="0"/>
              <a:pPr/>
              <a:t>‹#›</a:t>
            </a:fld>
            <a:endParaRPr lang="en-US"/>
          </a:p>
        </p:txBody>
      </p:sp>
    </p:spTree>
    <p:extLst>
      <p:ext uri="{BB962C8B-B14F-4D97-AF65-F5344CB8AC3E}">
        <p14:creationId xmlns:p14="http://schemas.microsoft.com/office/powerpoint/2010/main" val="197453069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47C82-65E8-6F4A-93F5-B60D5D90FAEC}"/>
              </a:ext>
            </a:extLst>
          </p:cNvPr>
          <p:cNvSpPr>
            <a:spLocks noGrp="1"/>
          </p:cNvSpPr>
          <p:nvPr>
            <p:ph type="title"/>
          </p:nvPr>
        </p:nvSpPr>
        <p:spPr>
          <a:xfrm>
            <a:off x="838200" y="365126"/>
            <a:ext cx="10515600" cy="896116"/>
          </a:xfrm>
          <a:prstGeom prst="rect">
            <a:avLst/>
          </a:prstGeom>
        </p:spPr>
        <p:txBody>
          <a:bodyPr vert="horz" lIns="0" tIns="0" rIns="0" bIns="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0D0A12C-E82E-3F40-8F2F-F914F24F0B62}"/>
              </a:ext>
            </a:extLst>
          </p:cNvPr>
          <p:cNvSpPr>
            <a:spLocks noGrp="1"/>
          </p:cNvSpPr>
          <p:nvPr>
            <p:ph type="body" idx="1"/>
          </p:nvPr>
        </p:nvSpPr>
        <p:spPr>
          <a:xfrm>
            <a:off x="838200" y="1825625"/>
            <a:ext cx="10515600" cy="43513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54B552D3-D688-9B0E-16FF-A4AB463BDF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6684DFB-8BCD-4B6F-9AA1-83F3BA61DF41}" type="slidenum">
              <a:rPr lang="en-US" smtClean="0"/>
              <a:pPr/>
              <a:t>‹#›</a:t>
            </a:fld>
            <a:endParaRPr lang="en-US"/>
          </a:p>
        </p:txBody>
      </p:sp>
    </p:spTree>
    <p:extLst>
      <p:ext uri="{BB962C8B-B14F-4D97-AF65-F5344CB8AC3E}">
        <p14:creationId xmlns:p14="http://schemas.microsoft.com/office/powerpoint/2010/main" val="2970061491"/>
      </p:ext>
    </p:extLst>
  </p:cSld>
  <p:clrMap bg1="lt1" tx1="dk1" bg2="lt2" tx2="dk2" accent1="accent1" accent2="accent2" accent3="accent3" accent4="accent4" accent5="accent5" accent6="accent6" hlink="hlink" folHlink="folHlink"/>
  <p:sldLayoutIdLst>
    <p:sldLayoutId id="2147483656" r:id="rId1"/>
    <p:sldLayoutId id="2147483687" r:id="rId2"/>
    <p:sldLayoutId id="2147483688" r:id="rId3"/>
    <p:sldLayoutId id="2147483684" r:id="rId4"/>
    <p:sldLayoutId id="2147483663" r:id="rId5"/>
    <p:sldLayoutId id="2147483686" r:id="rId6"/>
    <p:sldLayoutId id="2147483690" r:id="rId7"/>
    <p:sldLayoutId id="2147483682" r:id="rId8"/>
    <p:sldLayoutId id="2147483650" r:id="rId9"/>
    <p:sldLayoutId id="2147483662" r:id="rId10"/>
    <p:sldLayoutId id="2147483670" r:id="rId11"/>
    <p:sldLayoutId id="2147483667" r:id="rId12"/>
    <p:sldLayoutId id="2147483668" r:id="rId13"/>
    <p:sldLayoutId id="2147483674" r:id="rId14"/>
    <p:sldLayoutId id="2147483675" r:id="rId15"/>
    <p:sldLayoutId id="2147483677" r:id="rId16"/>
    <p:sldLayoutId id="2147483676" r:id="rId17"/>
    <p:sldLayoutId id="2147483672" r:id="rId18"/>
    <p:sldLayoutId id="2147483692" r:id="rId19"/>
    <p:sldLayoutId id="2147483669" r:id="rId20"/>
    <p:sldLayoutId id="2147483671" r:id="rId21"/>
    <p:sldLayoutId id="2147483673" r:id="rId22"/>
    <p:sldLayoutId id="2147483679" r:id="rId23"/>
    <p:sldLayoutId id="2147483680" r:id="rId24"/>
    <p:sldLayoutId id="2147483681" r:id="rId25"/>
    <p:sldLayoutId id="2147483654" r:id="rId26"/>
    <p:sldLayoutId id="2147483655" r:id="rId27"/>
    <p:sldLayoutId id="2147483665" r:id="rId28"/>
    <p:sldLayoutId id="2147483664" r:id="rId29"/>
    <p:sldLayoutId id="2147483689" r:id="rId30"/>
    <p:sldLayoutId id="2147483693" r:id="rId31"/>
    <p:sldLayoutId id="2147483691" r:id="rId32"/>
  </p:sldLayoutIdLst>
  <p:hf hdr="0" ftr="0" dt="0"/>
  <p:txStyles>
    <p:titleStyle>
      <a:lvl1pPr algn="l" defTabSz="914400" rtl="0" eaLnBrk="1" latinLnBrk="0" hangingPunct="1">
        <a:lnSpc>
          <a:spcPct val="90000"/>
        </a:lnSpc>
        <a:spcBef>
          <a:spcPct val="0"/>
        </a:spcBef>
        <a:buNone/>
        <a:defRPr sz="4000" b="1" kern="1200">
          <a:solidFill>
            <a:schemeClr val="tx1"/>
          </a:solidFill>
          <a:latin typeface="Roboto" panose="02000000000000000000" pitchFamily="2" charset="0"/>
          <a:ea typeface="Roboto" panose="02000000000000000000" pitchFamily="2" charset="0"/>
          <a:cs typeface="Arial" panose="020B0604020202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Font typeface="Roboto" panose="02000000000000000000" pitchFamily="2" charset="0"/>
        <a:buChar char="–"/>
        <a:defRPr sz="2400" kern="1200">
          <a:solidFill>
            <a:schemeClr val="tx1"/>
          </a:solidFill>
          <a:latin typeface="Roboto" panose="02000000000000000000" pitchFamily="2" charset="0"/>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9.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image" Target="../media/image17.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image" Target="../media/image19.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23.svg"/></Relationships>
</file>

<file path=ppt/slides/_rels/slide1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10.xml"/><Relationship Id="rId4" Type="http://schemas.openxmlformats.org/officeDocument/2006/relationships/image" Target="../media/image35.png"/></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0.xml"/><Relationship Id="rId4" Type="http://schemas.openxmlformats.org/officeDocument/2006/relationships/image" Target="../media/image54.png"/></Relationships>
</file>

<file path=ppt/slides/_rels/slide4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64.jpeg"/><Relationship Id="rId2" Type="http://schemas.openxmlformats.org/officeDocument/2006/relationships/image" Target="../media/image59.png"/><Relationship Id="rId1" Type="http://schemas.openxmlformats.org/officeDocument/2006/relationships/slideLayout" Target="../slideLayouts/slideLayout9.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80B23-7308-1745-A1A9-A5522BA49EE8}"/>
              </a:ext>
            </a:extLst>
          </p:cNvPr>
          <p:cNvSpPr>
            <a:spLocks noGrp="1"/>
          </p:cNvSpPr>
          <p:nvPr>
            <p:ph type="ctrTitle"/>
          </p:nvPr>
        </p:nvSpPr>
        <p:spPr>
          <a:xfrm>
            <a:off x="974725" y="2677626"/>
            <a:ext cx="10354360" cy="1843238"/>
          </a:xfrm>
        </p:spPr>
        <p:txBody>
          <a:bodyPr>
            <a:normAutofit/>
          </a:bodyPr>
          <a:lstStyle/>
          <a:p>
            <a:r>
              <a:rPr lang="en-US" dirty="0"/>
              <a:t>Safe &amp; Resource Efficient NN through architectural collapse</a:t>
            </a:r>
          </a:p>
        </p:txBody>
      </p:sp>
      <p:sp>
        <p:nvSpPr>
          <p:cNvPr id="12" name="Subtitle 11">
            <a:extLst>
              <a:ext uri="{FF2B5EF4-FFF2-40B4-BE49-F238E27FC236}">
                <a16:creationId xmlns:a16="http://schemas.microsoft.com/office/drawing/2014/main" id="{ADA0161C-D166-6E4C-8069-E1FBFE0BE5F2}"/>
              </a:ext>
            </a:extLst>
          </p:cNvPr>
          <p:cNvSpPr>
            <a:spLocks noGrp="1"/>
          </p:cNvSpPr>
          <p:nvPr>
            <p:ph type="subTitle" idx="1"/>
          </p:nvPr>
        </p:nvSpPr>
        <p:spPr>
          <a:xfrm>
            <a:off x="974725" y="4709626"/>
            <a:ext cx="10354360" cy="407460"/>
          </a:xfrm>
        </p:spPr>
        <p:txBody>
          <a:bodyPr vert="horz" lIns="0" tIns="0" rIns="0" bIns="0" rtlCol="0" anchor="t">
            <a:normAutofit/>
          </a:bodyPr>
          <a:lstStyle/>
          <a:p>
            <a:r>
              <a:rPr lang="en-US" dirty="0">
                <a:latin typeface="Roboto"/>
                <a:ea typeface="Roboto"/>
                <a:cs typeface="Arial"/>
              </a:rPr>
              <a:t>J. Gafur, S. Goddard, N. Wilmer, K. Griffin, W. Lai</a:t>
            </a:r>
          </a:p>
        </p:txBody>
      </p:sp>
      <p:sp>
        <p:nvSpPr>
          <p:cNvPr id="13" name="Text Placeholder 12">
            <a:extLst>
              <a:ext uri="{FF2B5EF4-FFF2-40B4-BE49-F238E27FC236}">
                <a16:creationId xmlns:a16="http://schemas.microsoft.com/office/drawing/2014/main" id="{6C5EE2B8-026E-D04B-8925-60FA6F76C380}"/>
              </a:ext>
            </a:extLst>
          </p:cNvPr>
          <p:cNvSpPr>
            <a:spLocks noGrp="1"/>
          </p:cNvSpPr>
          <p:nvPr>
            <p:ph type="body" sz="quarter" idx="10"/>
          </p:nvPr>
        </p:nvSpPr>
        <p:spPr>
          <a:xfrm>
            <a:off x="974725" y="5148794"/>
            <a:ext cx="10354360" cy="463108"/>
          </a:xfrm>
        </p:spPr>
        <p:txBody>
          <a:bodyPr/>
          <a:lstStyle/>
          <a:p>
            <a:r>
              <a:rPr lang="en-US" dirty="0"/>
              <a:t>Feb 2026</a:t>
            </a:r>
          </a:p>
        </p:txBody>
      </p:sp>
      <p:sp>
        <p:nvSpPr>
          <p:cNvPr id="4" name="Slide Number Placeholder 3">
            <a:extLst>
              <a:ext uri="{FF2B5EF4-FFF2-40B4-BE49-F238E27FC236}">
                <a16:creationId xmlns:a16="http://schemas.microsoft.com/office/drawing/2014/main" id="{899A10A2-294F-D557-8F51-3DFE14925510}"/>
              </a:ext>
            </a:extLst>
          </p:cNvPr>
          <p:cNvSpPr>
            <a:spLocks noGrp="1"/>
          </p:cNvSpPr>
          <p:nvPr>
            <p:ph type="sldNum" sz="quarter" idx="11"/>
          </p:nvPr>
        </p:nvSpPr>
        <p:spPr/>
        <p:txBody>
          <a:bodyPr/>
          <a:lstStyle/>
          <a:p>
            <a:fld id="{C6684DFB-8BCD-4B6F-9AA1-83F3BA61DF41}" type="slidenum">
              <a:rPr lang="en-US" smtClean="0"/>
              <a:t>1</a:t>
            </a:fld>
            <a:endParaRPr lang="en-US"/>
          </a:p>
        </p:txBody>
      </p:sp>
    </p:spTree>
    <p:extLst>
      <p:ext uri="{BB962C8B-B14F-4D97-AF65-F5344CB8AC3E}">
        <p14:creationId xmlns:p14="http://schemas.microsoft.com/office/powerpoint/2010/main" val="3892510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D055119-9C42-7566-9B38-D144C8FE741E}"/>
              </a:ext>
            </a:extLst>
          </p:cNvPr>
          <p:cNvPicPr>
            <a:picLocks noChangeAspect="1"/>
          </p:cNvPicPr>
          <p:nvPr/>
        </p:nvPicPr>
        <p:blipFill>
          <a:blip r:embed="rId3"/>
          <a:stretch>
            <a:fillRect/>
          </a:stretch>
        </p:blipFill>
        <p:spPr>
          <a:xfrm>
            <a:off x="88790" y="1510167"/>
            <a:ext cx="11775260" cy="4583083"/>
          </a:xfrm>
          <a:prstGeom prst="rect">
            <a:avLst/>
          </a:prstGeom>
        </p:spPr>
      </p:pic>
    </p:spTree>
    <p:extLst>
      <p:ext uri="{BB962C8B-B14F-4D97-AF65-F5344CB8AC3E}">
        <p14:creationId xmlns:p14="http://schemas.microsoft.com/office/powerpoint/2010/main" val="18519812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D443129-9AA7-6D3F-9BC1-CBC370D5D79B}"/>
              </a:ext>
            </a:extLst>
          </p:cNvPr>
          <p:cNvPicPr>
            <a:picLocks noChangeAspect="1"/>
          </p:cNvPicPr>
          <p:nvPr/>
        </p:nvPicPr>
        <p:blipFill>
          <a:blip r:embed="rId3"/>
          <a:stretch>
            <a:fillRect/>
          </a:stretch>
        </p:blipFill>
        <p:spPr>
          <a:xfrm rot="1277103">
            <a:off x="4188058" y="2420701"/>
            <a:ext cx="6096000" cy="2392860"/>
          </a:xfrm>
          <a:prstGeom prst="rect">
            <a:avLst/>
          </a:prstGeom>
        </p:spPr>
      </p:pic>
      <p:sp>
        <p:nvSpPr>
          <p:cNvPr id="2" name="Title 1">
            <a:extLst>
              <a:ext uri="{FF2B5EF4-FFF2-40B4-BE49-F238E27FC236}">
                <a16:creationId xmlns:a16="http://schemas.microsoft.com/office/drawing/2014/main" id="{DBA10368-800E-F06D-2F7B-79FF8FA34B80}"/>
              </a:ext>
            </a:extLst>
          </p:cNvPr>
          <p:cNvSpPr>
            <a:spLocks noGrp="1"/>
          </p:cNvSpPr>
          <p:nvPr>
            <p:ph type="title"/>
          </p:nvPr>
        </p:nvSpPr>
        <p:spPr>
          <a:xfrm>
            <a:off x="952499" y="526777"/>
            <a:ext cx="10287001" cy="869089"/>
          </a:xfrm>
        </p:spPr>
        <p:txBody>
          <a:bodyPr anchor="ctr">
            <a:normAutofit/>
          </a:bodyPr>
          <a:lstStyle/>
          <a:p>
            <a:r>
              <a:rPr lang="en-US"/>
              <a:t>Large Growth in NN Resource Usage</a:t>
            </a:r>
          </a:p>
        </p:txBody>
      </p:sp>
      <p:sp>
        <p:nvSpPr>
          <p:cNvPr id="20" name="TextBox 19">
            <a:extLst>
              <a:ext uri="{FF2B5EF4-FFF2-40B4-BE49-F238E27FC236}">
                <a16:creationId xmlns:a16="http://schemas.microsoft.com/office/drawing/2014/main" id="{CDF1A122-D4F2-3604-E091-67ED9AFA9999}"/>
              </a:ext>
            </a:extLst>
          </p:cNvPr>
          <p:cNvSpPr txBox="1"/>
          <p:nvPr/>
        </p:nvSpPr>
        <p:spPr>
          <a:xfrm>
            <a:off x="9535886" y="6596390"/>
            <a:ext cx="2656114" cy="261610"/>
          </a:xfrm>
          <a:prstGeom prst="rect">
            <a:avLst/>
          </a:prstGeom>
          <a:noFill/>
        </p:spPr>
        <p:txBody>
          <a:bodyPr wrap="square">
            <a:spAutoFit/>
          </a:bodyPr>
          <a:lstStyle/>
          <a:p>
            <a:r>
              <a:rPr lang="en-US" sz="1100"/>
              <a:t>Logarithmic scale used for both axes.</a:t>
            </a:r>
          </a:p>
        </p:txBody>
      </p:sp>
      <p:pic>
        <p:nvPicPr>
          <p:cNvPr id="8" name="Picture 7">
            <a:extLst>
              <a:ext uri="{FF2B5EF4-FFF2-40B4-BE49-F238E27FC236}">
                <a16:creationId xmlns:a16="http://schemas.microsoft.com/office/drawing/2014/main" id="{AA16D0A5-F54F-0A40-D6BA-314E8CA904BE}"/>
              </a:ext>
            </a:extLst>
          </p:cNvPr>
          <p:cNvPicPr>
            <a:picLocks noChangeAspect="1"/>
          </p:cNvPicPr>
          <p:nvPr/>
        </p:nvPicPr>
        <p:blipFill>
          <a:blip r:embed="rId4"/>
          <a:stretch>
            <a:fillRect/>
          </a:stretch>
        </p:blipFill>
        <p:spPr>
          <a:xfrm rot="20637534">
            <a:off x="1837230" y="3063844"/>
            <a:ext cx="6268325" cy="2010056"/>
          </a:xfrm>
          <a:prstGeom prst="rect">
            <a:avLst/>
          </a:prstGeom>
        </p:spPr>
      </p:pic>
      <p:pic>
        <p:nvPicPr>
          <p:cNvPr id="2050" name="Picture 2" descr="Summary of GenAI Demand Forecast Chart from Wells Fargo">
            <a:extLst>
              <a:ext uri="{FF2B5EF4-FFF2-40B4-BE49-F238E27FC236}">
                <a16:creationId xmlns:a16="http://schemas.microsoft.com/office/drawing/2014/main" id="{393038AC-8F14-CEBF-37E7-7E8E201D223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56848" y="1325813"/>
            <a:ext cx="7084676" cy="489572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E859CC6F-E48E-22A5-3C65-6035DB44CE8E}"/>
              </a:ext>
            </a:extLst>
          </p:cNvPr>
          <p:cNvSpPr txBox="1"/>
          <p:nvPr/>
        </p:nvSpPr>
        <p:spPr>
          <a:xfrm>
            <a:off x="851337" y="1996966"/>
            <a:ext cx="3447393" cy="3785652"/>
          </a:xfrm>
          <a:prstGeom prst="rect">
            <a:avLst/>
          </a:prstGeom>
          <a:noFill/>
        </p:spPr>
        <p:txBody>
          <a:bodyPr wrap="square" rtlCol="0">
            <a:spAutoFit/>
          </a:bodyPr>
          <a:lstStyle/>
          <a:p>
            <a:r>
              <a:rPr lang="en-US" sz="2400" dirty="0"/>
              <a:t>The overall size of neural networks are growing, but also their usage.</a:t>
            </a:r>
          </a:p>
          <a:p>
            <a:endParaRPr lang="en-US" sz="2400" dirty="0"/>
          </a:p>
          <a:p>
            <a:pPr marL="285750" indent="-285750">
              <a:buFont typeface="Arial" panose="020B0604020202020204" pitchFamily="34" charset="0"/>
              <a:buChar char="•"/>
            </a:pPr>
            <a:r>
              <a:rPr lang="en-US" sz="2400" dirty="0"/>
              <a:t>Larger models with larger datasets</a:t>
            </a:r>
          </a:p>
          <a:p>
            <a:pPr marL="285750" indent="-285750">
              <a:buFont typeface="Arial" panose="020B0604020202020204" pitchFamily="34" charset="0"/>
              <a:buChar char="•"/>
            </a:pPr>
            <a:r>
              <a:rPr lang="en-US" sz="2400" dirty="0"/>
              <a:t>Multimodal models</a:t>
            </a:r>
          </a:p>
          <a:p>
            <a:pPr marL="285750" indent="-285750">
              <a:buFont typeface="Arial" panose="020B0604020202020204" pitchFamily="34" charset="0"/>
              <a:buChar char="•"/>
            </a:pPr>
            <a:r>
              <a:rPr lang="en-US" sz="2400" dirty="0"/>
              <a:t>More Queries</a:t>
            </a:r>
          </a:p>
          <a:p>
            <a:pPr marL="285750" indent="-285750">
              <a:buFont typeface="Arial" panose="020B0604020202020204" pitchFamily="34" charset="0"/>
              <a:buChar char="•"/>
            </a:pPr>
            <a:r>
              <a:rPr lang="en-US" sz="2400" dirty="0"/>
              <a:t>Accessible hardware.</a:t>
            </a:r>
          </a:p>
        </p:txBody>
      </p:sp>
      <p:sp>
        <p:nvSpPr>
          <p:cNvPr id="3" name="Slide Number Placeholder 2">
            <a:extLst>
              <a:ext uri="{FF2B5EF4-FFF2-40B4-BE49-F238E27FC236}">
                <a16:creationId xmlns:a16="http://schemas.microsoft.com/office/drawing/2014/main" id="{CC85DC9D-A2F3-8259-F761-076842C16EBB}"/>
              </a:ext>
            </a:extLst>
          </p:cNvPr>
          <p:cNvSpPr>
            <a:spLocks noGrp="1"/>
          </p:cNvSpPr>
          <p:nvPr>
            <p:ph type="sldNum" sz="quarter" idx="11"/>
          </p:nvPr>
        </p:nvSpPr>
        <p:spPr/>
        <p:txBody>
          <a:bodyPr/>
          <a:lstStyle/>
          <a:p>
            <a:fld id="{C6684DFB-8BCD-4B6F-9AA1-83F3BA61DF41}" type="slidenum">
              <a:rPr lang="en-US" smtClean="0"/>
              <a:pPr/>
              <a:t>3</a:t>
            </a:fld>
            <a:endParaRPr lang="en-US"/>
          </a:p>
        </p:txBody>
      </p:sp>
    </p:spTree>
    <p:extLst>
      <p:ext uri="{BB962C8B-B14F-4D97-AF65-F5344CB8AC3E}">
        <p14:creationId xmlns:p14="http://schemas.microsoft.com/office/powerpoint/2010/main" val="1016669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0"/>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8"/>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5"/>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DAE46-D993-7CB2-2C1F-F2B99E6257DA}"/>
              </a:ext>
            </a:extLst>
          </p:cNvPr>
          <p:cNvSpPr>
            <a:spLocks noGrp="1"/>
          </p:cNvSpPr>
          <p:nvPr>
            <p:ph type="title"/>
          </p:nvPr>
        </p:nvSpPr>
        <p:spPr/>
        <p:txBody>
          <a:bodyPr/>
          <a:lstStyle/>
          <a:p>
            <a:r>
              <a:rPr lang="en-US" dirty="0"/>
              <a:t>The Edge of AI</a:t>
            </a:r>
          </a:p>
        </p:txBody>
      </p:sp>
      <p:sp>
        <p:nvSpPr>
          <p:cNvPr id="3" name="Content Placeholder 2">
            <a:extLst>
              <a:ext uri="{FF2B5EF4-FFF2-40B4-BE49-F238E27FC236}">
                <a16:creationId xmlns:a16="http://schemas.microsoft.com/office/drawing/2014/main" id="{162E2BB2-4A72-FAF4-198C-26431426BEE3}"/>
              </a:ext>
            </a:extLst>
          </p:cNvPr>
          <p:cNvSpPr>
            <a:spLocks noGrp="1"/>
          </p:cNvSpPr>
          <p:nvPr>
            <p:ph idx="10"/>
          </p:nvPr>
        </p:nvSpPr>
        <p:spPr/>
        <p:txBody>
          <a:bodyPr/>
          <a:lstStyle/>
          <a:p>
            <a:r>
              <a:rPr lang="en-US" dirty="0"/>
              <a:t>Given these large highly accurate neural networks</a:t>
            </a:r>
          </a:p>
          <a:p>
            <a:pPr lvl="1"/>
            <a:r>
              <a:rPr lang="en-US" dirty="0"/>
              <a:t>There exists edge devices that are resource constrained</a:t>
            </a:r>
          </a:p>
          <a:p>
            <a:pPr lvl="1"/>
            <a:r>
              <a:rPr lang="en-US" dirty="0"/>
              <a:t>What if we need to run these locally?</a:t>
            </a:r>
          </a:p>
          <a:p>
            <a:pPr marL="457200" lvl="1" indent="0">
              <a:buNone/>
            </a:pPr>
            <a:endParaRPr lang="en-US" dirty="0"/>
          </a:p>
          <a:p>
            <a:endParaRPr lang="en-US" dirty="0"/>
          </a:p>
        </p:txBody>
      </p:sp>
      <p:sp>
        <p:nvSpPr>
          <p:cNvPr id="4" name="Slide Number Placeholder 3">
            <a:extLst>
              <a:ext uri="{FF2B5EF4-FFF2-40B4-BE49-F238E27FC236}">
                <a16:creationId xmlns:a16="http://schemas.microsoft.com/office/drawing/2014/main" id="{280EF6E0-8E08-C6F2-AFCD-50045B7B8B86}"/>
              </a:ext>
            </a:extLst>
          </p:cNvPr>
          <p:cNvSpPr>
            <a:spLocks noGrp="1"/>
          </p:cNvSpPr>
          <p:nvPr>
            <p:ph type="sldNum" sz="quarter" idx="11"/>
          </p:nvPr>
        </p:nvSpPr>
        <p:spPr/>
        <p:txBody>
          <a:bodyPr/>
          <a:lstStyle/>
          <a:p>
            <a:fld id="{C6684DFB-8BCD-4B6F-9AA1-83F3BA61DF41}" type="slidenum">
              <a:rPr lang="en-US" smtClean="0"/>
              <a:pPr/>
              <a:t>4</a:t>
            </a:fld>
            <a:endParaRPr lang="en-US"/>
          </a:p>
        </p:txBody>
      </p:sp>
      <p:sp>
        <p:nvSpPr>
          <p:cNvPr id="5" name="TextBox 4">
            <a:extLst>
              <a:ext uri="{FF2B5EF4-FFF2-40B4-BE49-F238E27FC236}">
                <a16:creationId xmlns:a16="http://schemas.microsoft.com/office/drawing/2014/main" id="{7BA3190A-DE21-CECE-4BF7-18FE9B57BE77}"/>
              </a:ext>
            </a:extLst>
          </p:cNvPr>
          <p:cNvSpPr txBox="1"/>
          <p:nvPr/>
        </p:nvSpPr>
        <p:spPr>
          <a:xfrm>
            <a:off x="7852601" y="3348980"/>
            <a:ext cx="4259197" cy="1815882"/>
          </a:xfrm>
          <a:prstGeom prst="rect">
            <a:avLst/>
          </a:prstGeom>
          <a:noFill/>
        </p:spPr>
        <p:txBody>
          <a:bodyPr wrap="square" rtlCol="0">
            <a:spAutoFit/>
          </a:bodyPr>
          <a:lstStyle/>
          <a:p>
            <a:r>
              <a:rPr lang="en-US" sz="2800" b="1" dirty="0"/>
              <a:t>There exists a need for reducing the resources of these Networks in real world settings</a:t>
            </a:r>
          </a:p>
        </p:txBody>
      </p:sp>
      <p:pic>
        <p:nvPicPr>
          <p:cNvPr id="7" name="Picture 6">
            <a:extLst>
              <a:ext uri="{FF2B5EF4-FFF2-40B4-BE49-F238E27FC236}">
                <a16:creationId xmlns:a16="http://schemas.microsoft.com/office/drawing/2014/main" id="{CF58E8ED-175A-0D25-7CAB-B71A04154026}"/>
              </a:ext>
            </a:extLst>
          </p:cNvPr>
          <p:cNvPicPr>
            <a:picLocks noChangeAspect="1"/>
          </p:cNvPicPr>
          <p:nvPr/>
        </p:nvPicPr>
        <p:blipFill>
          <a:blip r:embed="rId2"/>
          <a:stretch>
            <a:fillRect/>
          </a:stretch>
        </p:blipFill>
        <p:spPr>
          <a:xfrm>
            <a:off x="1770927" y="3247371"/>
            <a:ext cx="5992330" cy="2449989"/>
          </a:xfrm>
          <a:prstGeom prst="rect">
            <a:avLst/>
          </a:prstGeom>
        </p:spPr>
      </p:pic>
    </p:spTree>
    <p:extLst>
      <p:ext uri="{BB962C8B-B14F-4D97-AF65-F5344CB8AC3E}">
        <p14:creationId xmlns:p14="http://schemas.microsoft.com/office/powerpoint/2010/main" val="3814705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4B029-7519-2403-1671-62C9992FBF68}"/>
              </a:ext>
            </a:extLst>
          </p:cNvPr>
          <p:cNvSpPr>
            <a:spLocks noGrp="1"/>
          </p:cNvSpPr>
          <p:nvPr>
            <p:ph type="title"/>
          </p:nvPr>
        </p:nvSpPr>
        <p:spPr/>
        <p:txBody>
          <a:bodyPr/>
          <a:lstStyle/>
          <a:p>
            <a:r>
              <a:rPr lang="en-US" dirty="0"/>
              <a:t>Research Roadmap</a:t>
            </a:r>
          </a:p>
        </p:txBody>
      </p:sp>
      <p:sp>
        <p:nvSpPr>
          <p:cNvPr id="3" name="Slide Number Placeholder 2">
            <a:extLst>
              <a:ext uri="{FF2B5EF4-FFF2-40B4-BE49-F238E27FC236}">
                <a16:creationId xmlns:a16="http://schemas.microsoft.com/office/drawing/2014/main" id="{32F0B9D1-AB15-9B35-D724-2B6EEAEDAA73}"/>
              </a:ext>
            </a:extLst>
          </p:cNvPr>
          <p:cNvSpPr>
            <a:spLocks noGrp="1"/>
          </p:cNvSpPr>
          <p:nvPr>
            <p:ph type="sldNum" sz="quarter" idx="10"/>
          </p:nvPr>
        </p:nvSpPr>
        <p:spPr/>
        <p:txBody>
          <a:bodyPr/>
          <a:lstStyle/>
          <a:p>
            <a:fld id="{C6684DFB-8BCD-4B6F-9AA1-83F3BA61DF41}" type="slidenum">
              <a:rPr lang="en-US" smtClean="0"/>
              <a:pPr/>
              <a:t>5</a:t>
            </a:fld>
            <a:endParaRPr lang="en-US"/>
          </a:p>
        </p:txBody>
      </p:sp>
      <p:grpSp>
        <p:nvGrpSpPr>
          <p:cNvPr id="8" name="Group 7">
            <a:extLst>
              <a:ext uri="{FF2B5EF4-FFF2-40B4-BE49-F238E27FC236}">
                <a16:creationId xmlns:a16="http://schemas.microsoft.com/office/drawing/2014/main" id="{4DE810DF-7459-E639-EBB8-78CE89837BE9}"/>
              </a:ext>
            </a:extLst>
          </p:cNvPr>
          <p:cNvGrpSpPr/>
          <p:nvPr/>
        </p:nvGrpSpPr>
        <p:grpSpPr>
          <a:xfrm>
            <a:off x="566928" y="1600200"/>
            <a:ext cx="3383280" cy="4308872"/>
            <a:chOff x="566928" y="1600200"/>
            <a:chExt cx="3383280" cy="4308872"/>
          </a:xfrm>
        </p:grpSpPr>
        <p:sp>
          <p:nvSpPr>
            <p:cNvPr id="4" name="TextBox 3">
              <a:extLst>
                <a:ext uri="{FF2B5EF4-FFF2-40B4-BE49-F238E27FC236}">
                  <a16:creationId xmlns:a16="http://schemas.microsoft.com/office/drawing/2014/main" id="{62B38E98-9667-2240-CC3D-405ADF7A5AEA}"/>
                </a:ext>
              </a:extLst>
            </p:cNvPr>
            <p:cNvSpPr txBox="1"/>
            <p:nvPr/>
          </p:nvSpPr>
          <p:spPr>
            <a:xfrm>
              <a:off x="566928" y="1600200"/>
              <a:ext cx="3383280" cy="4308872"/>
            </a:xfrm>
            <a:prstGeom prst="rect">
              <a:avLst/>
            </a:prstGeom>
            <a:noFill/>
          </p:spPr>
          <p:txBody>
            <a:bodyPr wrap="square" rtlCol="0">
              <a:spAutoFit/>
            </a:bodyPr>
            <a:lstStyle/>
            <a:p>
              <a:pPr algn="ctr"/>
              <a:r>
                <a:rPr lang="en-US" sz="2000" b="1" dirty="0"/>
                <a:t>Investigation</a:t>
              </a:r>
            </a:p>
            <a:p>
              <a:pPr algn="ctr"/>
              <a:r>
                <a:rPr lang="en-US" sz="1600" dirty="0"/>
                <a:t>Pruning Dynamics</a:t>
              </a:r>
            </a:p>
            <a:p>
              <a:endParaRPr lang="en-US" dirty="0"/>
            </a:p>
            <a:p>
              <a:endParaRPr lang="en-US" dirty="0"/>
            </a:p>
            <a:p>
              <a:endParaRPr lang="en-US" dirty="0"/>
            </a:p>
            <a:p>
              <a:endParaRPr lang="en-US" dirty="0"/>
            </a:p>
            <a:p>
              <a:endParaRPr lang="en-US" dirty="0"/>
            </a:p>
            <a:p>
              <a:endParaRPr lang="en-US" dirty="0"/>
            </a:p>
            <a:p>
              <a:endParaRPr lang="en-US" dirty="0"/>
            </a:p>
            <a:p>
              <a:r>
                <a:rPr lang="en-US" sz="1400" dirty="0"/>
                <a:t>Source: Exploring Unstructured Pruning</a:t>
              </a:r>
            </a:p>
            <a:p>
              <a:endParaRPr lang="en-US" sz="1400" dirty="0"/>
            </a:p>
            <a:p>
              <a:r>
                <a:rPr lang="en-US" sz="1400" dirty="0"/>
                <a:t>Goal: Analyze internal structural changes during Iterative Magnitude Pruning (IMP)</a:t>
              </a:r>
            </a:p>
            <a:p>
              <a:endParaRPr lang="en-US" sz="1400" dirty="0"/>
            </a:p>
            <a:p>
              <a:r>
                <a:rPr lang="en-US" sz="1400" dirty="0"/>
                <a:t>Question: Does there exists some structure in unstructured pruning</a:t>
              </a:r>
            </a:p>
          </p:txBody>
        </p:sp>
        <p:pic>
          <p:nvPicPr>
            <p:cNvPr id="12" name="Picture 11">
              <a:extLst>
                <a:ext uri="{FF2B5EF4-FFF2-40B4-BE49-F238E27FC236}">
                  <a16:creationId xmlns:a16="http://schemas.microsoft.com/office/drawing/2014/main" id="{742A5852-1B44-CA03-018E-578F718034B9}"/>
                </a:ext>
              </a:extLst>
            </p:cNvPr>
            <p:cNvPicPr>
              <a:picLocks noChangeAspect="1"/>
            </p:cNvPicPr>
            <p:nvPr/>
          </p:nvPicPr>
          <p:blipFill>
            <a:blip r:embed="rId2">
              <a:extLst>
                <a:ext uri="{BEBA8EAE-BF5A-486C-A8C5-ECC9F3942E4B}">
                  <a14:imgProps xmlns:a14="http://schemas.microsoft.com/office/drawing/2010/main">
                    <a14:imgLayer r:embed="rId3">
                      <a14:imgEffect>
                        <a14:artisticPhotocopy/>
                      </a14:imgEffect>
                    </a14:imgLayer>
                  </a14:imgProps>
                </a:ext>
              </a:extLst>
            </a:blip>
            <a:stretch>
              <a:fillRect/>
            </a:stretch>
          </p:blipFill>
          <p:spPr>
            <a:xfrm>
              <a:off x="1687068" y="2611636"/>
              <a:ext cx="1143000" cy="1143000"/>
            </a:xfrm>
            <a:prstGeom prst="rect">
              <a:avLst/>
            </a:prstGeom>
          </p:spPr>
        </p:pic>
        <p:pic>
          <p:nvPicPr>
            <p:cNvPr id="18" name="Picture 17">
              <a:extLst>
                <a:ext uri="{FF2B5EF4-FFF2-40B4-BE49-F238E27FC236}">
                  <a16:creationId xmlns:a16="http://schemas.microsoft.com/office/drawing/2014/main" id="{E43518AD-6AE0-AF59-59EA-988874C3C972}"/>
                </a:ext>
              </a:extLst>
            </p:cNvPr>
            <p:cNvPicPr>
              <a:picLocks noChangeAspect="1"/>
            </p:cNvPicPr>
            <p:nvPr/>
          </p:nvPicPr>
          <p:blipFill>
            <a:blip r:embed="rId4"/>
            <a:stretch>
              <a:fillRect/>
            </a:stretch>
          </p:blipFill>
          <p:spPr>
            <a:xfrm>
              <a:off x="2019300" y="2904393"/>
              <a:ext cx="810768" cy="810768"/>
            </a:xfrm>
            <a:prstGeom prst="rect">
              <a:avLst/>
            </a:prstGeom>
          </p:spPr>
        </p:pic>
      </p:grpSp>
      <p:grpSp>
        <p:nvGrpSpPr>
          <p:cNvPr id="7" name="Group 6">
            <a:extLst>
              <a:ext uri="{FF2B5EF4-FFF2-40B4-BE49-F238E27FC236}">
                <a16:creationId xmlns:a16="http://schemas.microsoft.com/office/drawing/2014/main" id="{095B2A53-8833-EB1A-6A4B-C42FC84A0CC1}"/>
              </a:ext>
            </a:extLst>
          </p:cNvPr>
          <p:cNvGrpSpPr/>
          <p:nvPr/>
        </p:nvGrpSpPr>
        <p:grpSpPr>
          <a:xfrm>
            <a:off x="8140509" y="1625757"/>
            <a:ext cx="3683382" cy="4339650"/>
            <a:chOff x="3954906" y="1560725"/>
            <a:chExt cx="3683382" cy="4339650"/>
          </a:xfrm>
        </p:grpSpPr>
        <p:sp>
          <p:nvSpPr>
            <p:cNvPr id="5" name="TextBox 4">
              <a:extLst>
                <a:ext uri="{FF2B5EF4-FFF2-40B4-BE49-F238E27FC236}">
                  <a16:creationId xmlns:a16="http://schemas.microsoft.com/office/drawing/2014/main" id="{42E2DB5D-DE1A-DA29-61A9-7412D8843C76}"/>
                </a:ext>
              </a:extLst>
            </p:cNvPr>
            <p:cNvSpPr txBox="1"/>
            <p:nvPr/>
          </p:nvSpPr>
          <p:spPr>
            <a:xfrm>
              <a:off x="4104957" y="1560725"/>
              <a:ext cx="3383280" cy="4339650"/>
            </a:xfrm>
            <a:prstGeom prst="rect">
              <a:avLst/>
            </a:prstGeom>
            <a:noFill/>
          </p:spPr>
          <p:txBody>
            <a:bodyPr wrap="square" rtlCol="0">
              <a:spAutoFit/>
            </a:bodyPr>
            <a:lstStyle/>
            <a:p>
              <a:pPr algn="ctr"/>
              <a:r>
                <a:rPr lang="en-US" sz="2000" b="1" dirty="0"/>
                <a:t>Architectural </a:t>
              </a:r>
              <a:r>
                <a:rPr lang="en-US" sz="2000" b="1" dirty="0" err="1"/>
                <a:t>Refrag</a:t>
              </a:r>
              <a:endParaRPr lang="en-US" sz="2000" b="1" dirty="0"/>
            </a:p>
            <a:p>
              <a:pPr algn="ctr"/>
              <a:r>
                <a:rPr lang="en-US" sz="1600" dirty="0"/>
                <a:t>Structural Reduction</a:t>
              </a:r>
            </a:p>
            <a:p>
              <a:endParaRPr lang="en-US" dirty="0"/>
            </a:p>
            <a:p>
              <a:endParaRPr lang="en-US" dirty="0"/>
            </a:p>
            <a:p>
              <a:endParaRPr lang="en-US" dirty="0"/>
            </a:p>
            <a:p>
              <a:endParaRPr lang="en-US" dirty="0"/>
            </a:p>
            <a:p>
              <a:endParaRPr lang="en-US" dirty="0"/>
            </a:p>
            <a:p>
              <a:endParaRPr lang="en-US" dirty="0"/>
            </a:p>
            <a:p>
              <a:endParaRPr lang="en-US" dirty="0"/>
            </a:p>
            <a:p>
              <a:r>
                <a:rPr lang="en-US" sz="1400" dirty="0"/>
                <a:t>Source: Layer-by-Layer Collapse</a:t>
              </a:r>
            </a:p>
            <a:p>
              <a:endParaRPr lang="en-US" sz="1400" dirty="0"/>
            </a:p>
            <a:p>
              <a:r>
                <a:rPr lang="en-US" sz="1400" dirty="0"/>
                <a:t>Goal: Reduce network size based on layer contributions</a:t>
              </a:r>
            </a:p>
            <a:p>
              <a:endParaRPr lang="en-US" sz="1400" dirty="0"/>
            </a:p>
            <a:p>
              <a:r>
                <a:rPr lang="en-US" sz="1400" dirty="0"/>
                <a:t>Question: Can we reduce the architecture of a network for better efficiency based on (1)?</a:t>
              </a:r>
            </a:p>
          </p:txBody>
        </p:sp>
        <p:pic>
          <p:nvPicPr>
            <p:cNvPr id="20" name="Picture 19">
              <a:extLst>
                <a:ext uri="{FF2B5EF4-FFF2-40B4-BE49-F238E27FC236}">
                  <a16:creationId xmlns:a16="http://schemas.microsoft.com/office/drawing/2014/main" id="{3F63879B-C2E3-0002-A644-AB0E5B4D36AB}"/>
                </a:ext>
              </a:extLst>
            </p:cNvPr>
            <p:cNvPicPr>
              <a:picLocks noChangeAspect="1"/>
            </p:cNvPicPr>
            <p:nvPr/>
          </p:nvPicPr>
          <p:blipFill>
            <a:blip r:embed="rId5"/>
            <a:stretch>
              <a:fillRect/>
            </a:stretch>
          </p:blipFill>
          <p:spPr>
            <a:xfrm>
              <a:off x="3954906" y="2747531"/>
              <a:ext cx="3683382" cy="871210"/>
            </a:xfrm>
            <a:prstGeom prst="rect">
              <a:avLst/>
            </a:prstGeom>
          </p:spPr>
        </p:pic>
      </p:grpSp>
      <p:grpSp>
        <p:nvGrpSpPr>
          <p:cNvPr id="9" name="Group 8">
            <a:extLst>
              <a:ext uri="{FF2B5EF4-FFF2-40B4-BE49-F238E27FC236}">
                <a16:creationId xmlns:a16="http://schemas.microsoft.com/office/drawing/2014/main" id="{4DA5BB4A-F55F-B895-030A-B46FB9A79F8A}"/>
              </a:ext>
            </a:extLst>
          </p:cNvPr>
          <p:cNvGrpSpPr/>
          <p:nvPr/>
        </p:nvGrpSpPr>
        <p:grpSpPr>
          <a:xfrm>
            <a:off x="3903790" y="1625757"/>
            <a:ext cx="3986784" cy="4031873"/>
            <a:chOff x="7638288" y="1562113"/>
            <a:chExt cx="3986784" cy="3890105"/>
          </a:xfrm>
        </p:grpSpPr>
        <p:sp>
          <p:nvSpPr>
            <p:cNvPr id="6" name="TextBox 5">
              <a:extLst>
                <a:ext uri="{FF2B5EF4-FFF2-40B4-BE49-F238E27FC236}">
                  <a16:creationId xmlns:a16="http://schemas.microsoft.com/office/drawing/2014/main" id="{62F9699B-5EA1-8775-3E96-460E91B15722}"/>
                </a:ext>
              </a:extLst>
            </p:cNvPr>
            <p:cNvSpPr txBox="1"/>
            <p:nvPr/>
          </p:nvSpPr>
          <p:spPr>
            <a:xfrm>
              <a:off x="7638288" y="1562113"/>
              <a:ext cx="3986784" cy="3890105"/>
            </a:xfrm>
            <a:prstGeom prst="rect">
              <a:avLst/>
            </a:prstGeom>
            <a:noFill/>
          </p:spPr>
          <p:txBody>
            <a:bodyPr wrap="square" rtlCol="0">
              <a:spAutoFit/>
            </a:bodyPr>
            <a:lstStyle/>
            <a:p>
              <a:pPr algn="ctr"/>
              <a:r>
                <a:rPr lang="en-US" sz="2000" b="1" dirty="0"/>
                <a:t>Robustness</a:t>
              </a:r>
              <a:endParaRPr lang="en-US" b="1" dirty="0"/>
            </a:p>
            <a:p>
              <a:pPr algn="ctr"/>
              <a:r>
                <a:rPr lang="en-US" sz="1600" dirty="0"/>
                <a:t>Adversarial Transferability</a:t>
              </a:r>
            </a:p>
            <a:p>
              <a:endParaRPr lang="en-US" dirty="0"/>
            </a:p>
            <a:p>
              <a:endParaRPr lang="en-US" dirty="0"/>
            </a:p>
            <a:p>
              <a:endParaRPr lang="en-US" dirty="0"/>
            </a:p>
            <a:p>
              <a:endParaRPr lang="en-US" dirty="0"/>
            </a:p>
            <a:p>
              <a:endParaRPr lang="en-US" dirty="0"/>
            </a:p>
            <a:p>
              <a:endParaRPr lang="en-US" dirty="0"/>
            </a:p>
            <a:p>
              <a:endParaRPr lang="en-US" sz="1400" dirty="0"/>
            </a:p>
            <a:p>
              <a:r>
                <a:rPr lang="en-US" sz="1400" dirty="0"/>
                <a:t>Source: Surrogate-to-Target-Transfer Scenario </a:t>
              </a:r>
            </a:p>
            <a:p>
              <a:endParaRPr lang="en-US" sz="1400" dirty="0"/>
            </a:p>
            <a:p>
              <a:r>
                <a:rPr lang="en-US" sz="1400" dirty="0"/>
                <a:t>Goal: Analyze how network architecture influences adversarial attack transferability</a:t>
              </a:r>
            </a:p>
            <a:p>
              <a:endParaRPr lang="en-US" sz="1400" dirty="0"/>
            </a:p>
            <a:p>
              <a:r>
                <a:rPr lang="en-US" sz="1400" dirty="0"/>
                <a:t>Question: How does network architecture impact transferable attacks?</a:t>
              </a:r>
            </a:p>
          </p:txBody>
        </p:sp>
        <p:pic>
          <p:nvPicPr>
            <p:cNvPr id="22" name="Picture 21">
              <a:extLst>
                <a:ext uri="{FF2B5EF4-FFF2-40B4-BE49-F238E27FC236}">
                  <a16:creationId xmlns:a16="http://schemas.microsoft.com/office/drawing/2014/main" id="{5B2842B1-6F60-C273-7A66-6021EB91738C}"/>
                </a:ext>
              </a:extLst>
            </p:cNvPr>
            <p:cNvPicPr>
              <a:picLocks noChangeAspect="1"/>
            </p:cNvPicPr>
            <p:nvPr/>
          </p:nvPicPr>
          <p:blipFill>
            <a:blip r:embed="rId6"/>
            <a:stretch>
              <a:fillRect/>
            </a:stretch>
          </p:blipFill>
          <p:spPr>
            <a:xfrm>
              <a:off x="9042679" y="2461159"/>
              <a:ext cx="1178002" cy="1254002"/>
            </a:xfrm>
            <a:prstGeom prst="rect">
              <a:avLst/>
            </a:prstGeom>
          </p:spPr>
        </p:pic>
      </p:grpSp>
    </p:spTree>
    <p:extLst>
      <p:ext uri="{BB962C8B-B14F-4D97-AF65-F5344CB8AC3E}">
        <p14:creationId xmlns:p14="http://schemas.microsoft.com/office/powerpoint/2010/main" val="24828368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3ABFB-204E-6CA7-E910-A6CC1DC3804F}"/>
              </a:ext>
            </a:extLst>
          </p:cNvPr>
          <p:cNvSpPr>
            <a:spLocks noGrp="1"/>
          </p:cNvSpPr>
          <p:nvPr>
            <p:ph type="title"/>
          </p:nvPr>
        </p:nvSpPr>
        <p:spPr>
          <a:xfrm>
            <a:off x="833627" y="307321"/>
            <a:ext cx="10843261" cy="869089"/>
          </a:xfrm>
        </p:spPr>
        <p:txBody>
          <a:bodyPr>
            <a:normAutofit fontScale="90000"/>
          </a:bodyPr>
          <a:lstStyle/>
          <a:p>
            <a:r>
              <a:rPr lang="en-US" dirty="0"/>
              <a:t>Exploring the structure resulting from unstructured pruning </a:t>
            </a:r>
          </a:p>
        </p:txBody>
      </p:sp>
      <p:sp>
        <p:nvSpPr>
          <p:cNvPr id="3" name="Slide Number Placeholder 2">
            <a:extLst>
              <a:ext uri="{FF2B5EF4-FFF2-40B4-BE49-F238E27FC236}">
                <a16:creationId xmlns:a16="http://schemas.microsoft.com/office/drawing/2014/main" id="{4B7D924C-2E7A-32E2-2C7F-A8AD28E2FBBB}"/>
              </a:ext>
            </a:extLst>
          </p:cNvPr>
          <p:cNvSpPr>
            <a:spLocks noGrp="1"/>
          </p:cNvSpPr>
          <p:nvPr>
            <p:ph type="sldNum" sz="quarter" idx="10"/>
          </p:nvPr>
        </p:nvSpPr>
        <p:spPr/>
        <p:txBody>
          <a:bodyPr/>
          <a:lstStyle/>
          <a:p>
            <a:fld id="{C6684DFB-8BCD-4B6F-9AA1-83F3BA61DF41}" type="slidenum">
              <a:rPr lang="en-US" smtClean="0"/>
              <a:pPr/>
              <a:t>6</a:t>
            </a:fld>
            <a:endParaRPr lang="en-US"/>
          </a:p>
        </p:txBody>
      </p:sp>
      <p:grpSp>
        <p:nvGrpSpPr>
          <p:cNvPr id="5" name="Group 4">
            <a:extLst>
              <a:ext uri="{FF2B5EF4-FFF2-40B4-BE49-F238E27FC236}">
                <a16:creationId xmlns:a16="http://schemas.microsoft.com/office/drawing/2014/main" id="{54B2A1BD-0815-8C85-4164-CF7E3E4DB12B}"/>
              </a:ext>
            </a:extLst>
          </p:cNvPr>
          <p:cNvGrpSpPr/>
          <p:nvPr/>
        </p:nvGrpSpPr>
        <p:grpSpPr>
          <a:xfrm>
            <a:off x="408111" y="1543288"/>
            <a:ext cx="3383280" cy="4308872"/>
            <a:chOff x="566928" y="1600200"/>
            <a:chExt cx="3383280" cy="4308872"/>
          </a:xfrm>
        </p:grpSpPr>
        <p:sp>
          <p:nvSpPr>
            <p:cNvPr id="6" name="TextBox 5">
              <a:extLst>
                <a:ext uri="{FF2B5EF4-FFF2-40B4-BE49-F238E27FC236}">
                  <a16:creationId xmlns:a16="http://schemas.microsoft.com/office/drawing/2014/main" id="{28E11A23-09F9-9BD5-4701-A57A85829B57}"/>
                </a:ext>
              </a:extLst>
            </p:cNvPr>
            <p:cNvSpPr txBox="1"/>
            <p:nvPr/>
          </p:nvSpPr>
          <p:spPr>
            <a:xfrm>
              <a:off x="566928" y="1600200"/>
              <a:ext cx="3383280" cy="4308872"/>
            </a:xfrm>
            <a:prstGeom prst="rect">
              <a:avLst/>
            </a:prstGeom>
            <a:noFill/>
          </p:spPr>
          <p:txBody>
            <a:bodyPr wrap="square" rtlCol="0">
              <a:spAutoFit/>
            </a:bodyPr>
            <a:lstStyle/>
            <a:p>
              <a:pPr algn="ctr"/>
              <a:r>
                <a:rPr lang="en-US" sz="2000" b="1" dirty="0"/>
                <a:t>Investigation</a:t>
              </a:r>
            </a:p>
            <a:p>
              <a:pPr algn="ctr"/>
              <a:r>
                <a:rPr lang="en-US" sz="1600" dirty="0"/>
                <a:t>Pruning Dynamics</a:t>
              </a:r>
            </a:p>
            <a:p>
              <a:endParaRPr lang="en-US" dirty="0"/>
            </a:p>
            <a:p>
              <a:endParaRPr lang="en-US" dirty="0"/>
            </a:p>
            <a:p>
              <a:endParaRPr lang="en-US" dirty="0"/>
            </a:p>
            <a:p>
              <a:endParaRPr lang="en-US" dirty="0"/>
            </a:p>
            <a:p>
              <a:endParaRPr lang="en-US" dirty="0"/>
            </a:p>
            <a:p>
              <a:endParaRPr lang="en-US" dirty="0"/>
            </a:p>
            <a:p>
              <a:endParaRPr lang="en-US" dirty="0"/>
            </a:p>
            <a:p>
              <a:r>
                <a:rPr lang="en-US" sz="1400" dirty="0"/>
                <a:t>Source: Exploring Unstructured Pruning</a:t>
              </a:r>
            </a:p>
            <a:p>
              <a:endParaRPr lang="en-US" sz="1400" dirty="0"/>
            </a:p>
            <a:p>
              <a:r>
                <a:rPr lang="en-US" sz="1400" dirty="0"/>
                <a:t>Goal: Analyze internal structural changes during Iterative Magnitude Pruning (IMP)</a:t>
              </a:r>
            </a:p>
            <a:p>
              <a:endParaRPr lang="en-US" sz="1400" dirty="0"/>
            </a:p>
            <a:p>
              <a:r>
                <a:rPr lang="en-US" sz="1400" dirty="0"/>
                <a:t>Question: Does there exists some structure in unstructured pruning</a:t>
              </a:r>
            </a:p>
          </p:txBody>
        </p:sp>
        <p:pic>
          <p:nvPicPr>
            <p:cNvPr id="7" name="Picture 6">
              <a:extLst>
                <a:ext uri="{FF2B5EF4-FFF2-40B4-BE49-F238E27FC236}">
                  <a16:creationId xmlns:a16="http://schemas.microsoft.com/office/drawing/2014/main" id="{634505C2-C28D-A7F1-08C3-44F34FAB7788}"/>
                </a:ext>
              </a:extLst>
            </p:cNvPr>
            <p:cNvPicPr>
              <a:picLocks noChangeAspect="1"/>
            </p:cNvPicPr>
            <p:nvPr/>
          </p:nvPicPr>
          <p:blipFill>
            <a:blip r:embed="rId2">
              <a:extLst>
                <a:ext uri="{BEBA8EAE-BF5A-486C-A8C5-ECC9F3942E4B}">
                  <a14:imgProps xmlns:a14="http://schemas.microsoft.com/office/drawing/2010/main">
                    <a14:imgLayer r:embed="rId3">
                      <a14:imgEffect>
                        <a14:artisticPhotocopy/>
                      </a14:imgEffect>
                    </a14:imgLayer>
                  </a14:imgProps>
                </a:ext>
              </a:extLst>
            </a:blip>
            <a:stretch>
              <a:fillRect/>
            </a:stretch>
          </p:blipFill>
          <p:spPr>
            <a:xfrm>
              <a:off x="1687068" y="2611636"/>
              <a:ext cx="1143000" cy="1143000"/>
            </a:xfrm>
            <a:prstGeom prst="rect">
              <a:avLst/>
            </a:prstGeom>
          </p:spPr>
        </p:pic>
        <p:pic>
          <p:nvPicPr>
            <p:cNvPr id="8" name="Picture 7">
              <a:extLst>
                <a:ext uri="{FF2B5EF4-FFF2-40B4-BE49-F238E27FC236}">
                  <a16:creationId xmlns:a16="http://schemas.microsoft.com/office/drawing/2014/main" id="{D3356B56-9620-7107-3620-A666A553B937}"/>
                </a:ext>
              </a:extLst>
            </p:cNvPr>
            <p:cNvPicPr>
              <a:picLocks noChangeAspect="1"/>
            </p:cNvPicPr>
            <p:nvPr/>
          </p:nvPicPr>
          <p:blipFill>
            <a:blip r:embed="rId4"/>
            <a:stretch>
              <a:fillRect/>
            </a:stretch>
          </p:blipFill>
          <p:spPr>
            <a:xfrm>
              <a:off x="2019300" y="2904393"/>
              <a:ext cx="810768" cy="810768"/>
            </a:xfrm>
            <a:prstGeom prst="rect">
              <a:avLst/>
            </a:prstGeom>
          </p:spPr>
        </p:pic>
      </p:grpSp>
      <p:pic>
        <p:nvPicPr>
          <p:cNvPr id="9" name="Picture 8">
            <a:extLst>
              <a:ext uri="{FF2B5EF4-FFF2-40B4-BE49-F238E27FC236}">
                <a16:creationId xmlns:a16="http://schemas.microsoft.com/office/drawing/2014/main" id="{7394CAFF-03D8-A51F-D697-CBDA45453611}"/>
              </a:ext>
            </a:extLst>
          </p:cNvPr>
          <p:cNvPicPr>
            <a:picLocks noChangeAspect="1"/>
          </p:cNvPicPr>
          <p:nvPr/>
        </p:nvPicPr>
        <p:blipFill>
          <a:blip r:embed="rId5"/>
          <a:stretch>
            <a:fillRect/>
          </a:stretch>
        </p:blipFill>
        <p:spPr>
          <a:xfrm>
            <a:off x="3974270" y="1761423"/>
            <a:ext cx="8225939" cy="4090737"/>
          </a:xfrm>
          <a:prstGeom prst="rect">
            <a:avLst/>
          </a:prstGeom>
        </p:spPr>
      </p:pic>
    </p:spTree>
    <p:extLst>
      <p:ext uri="{BB962C8B-B14F-4D97-AF65-F5344CB8AC3E}">
        <p14:creationId xmlns:p14="http://schemas.microsoft.com/office/powerpoint/2010/main" val="16934381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1C97F-01D1-7D6B-359B-FA410B2C462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15407A-0258-6916-307A-41221356FFEB}"/>
              </a:ext>
            </a:extLst>
          </p:cNvPr>
          <p:cNvSpPr>
            <a:spLocks noGrp="1"/>
          </p:cNvSpPr>
          <p:nvPr>
            <p:ph idx="1"/>
          </p:nvPr>
        </p:nvSpPr>
        <p:spPr/>
        <p:txBody>
          <a:bodyPr>
            <a:normAutofit fontScale="92500" lnSpcReduction="20000"/>
          </a:bodyPr>
          <a:lstStyle/>
          <a:p>
            <a:r>
              <a:rPr lang="en-US" dirty="0"/>
              <a:t>How do we make these pruned models' resource efficient?</a:t>
            </a:r>
          </a:p>
          <a:p>
            <a:pPr lvl="1"/>
            <a:r>
              <a:rPr lang="en-US" dirty="0"/>
              <a:t>Sparse Matrix representation</a:t>
            </a:r>
          </a:p>
          <a:p>
            <a:endParaRPr lang="en-US" dirty="0"/>
          </a:p>
          <a:p>
            <a:r>
              <a:rPr lang="en-US" dirty="0"/>
              <a:t>Initial lit review showed a speed up after 60% sparsity, we did not see it</a:t>
            </a:r>
          </a:p>
          <a:p>
            <a:pPr marL="914400" lvl="2" indent="0">
              <a:buNone/>
            </a:pPr>
            <a:endParaRPr lang="en-US" dirty="0"/>
          </a:p>
          <a:p>
            <a:r>
              <a:rPr lang="en-US" b="1" u="sng" dirty="0"/>
              <a:t>Where is the sparsity occurring?</a:t>
            </a:r>
          </a:p>
          <a:p>
            <a:r>
              <a:rPr lang="en-US" b="1" u="sng" dirty="0"/>
              <a:t>What was happening inside these pruned models. </a:t>
            </a:r>
          </a:p>
          <a:p>
            <a:endParaRPr lang="en-US" b="1" u="sng" dirty="0"/>
          </a:p>
          <a:p>
            <a:pPr marL="457200" lvl="1" indent="0">
              <a:buNone/>
            </a:pPr>
            <a:r>
              <a:rPr lang="en-US" b="1" u="sng" dirty="0"/>
              <a:t> </a:t>
            </a:r>
          </a:p>
          <a:p>
            <a:pPr marL="0" indent="0">
              <a:buNone/>
            </a:pPr>
            <a:endParaRPr lang="en-US" b="1" u="sng" dirty="0"/>
          </a:p>
        </p:txBody>
      </p:sp>
      <p:sp>
        <p:nvSpPr>
          <p:cNvPr id="4" name="Slide Number Placeholder 3">
            <a:extLst>
              <a:ext uri="{FF2B5EF4-FFF2-40B4-BE49-F238E27FC236}">
                <a16:creationId xmlns:a16="http://schemas.microsoft.com/office/drawing/2014/main" id="{69FD2B03-0DD3-07EF-5BA4-1C45D05636F1}"/>
              </a:ext>
            </a:extLst>
          </p:cNvPr>
          <p:cNvSpPr>
            <a:spLocks noGrp="1"/>
          </p:cNvSpPr>
          <p:nvPr>
            <p:ph type="sldNum" sz="quarter" idx="10"/>
          </p:nvPr>
        </p:nvSpPr>
        <p:spPr/>
        <p:txBody>
          <a:bodyPr/>
          <a:lstStyle/>
          <a:p>
            <a:fld id="{C6684DFB-8BCD-4B6F-9AA1-83F3BA61DF41}" type="slidenum">
              <a:rPr lang="en-US" smtClean="0"/>
              <a:pPr/>
              <a:t>7</a:t>
            </a:fld>
            <a:endParaRPr lang="en-US"/>
          </a:p>
        </p:txBody>
      </p:sp>
      <p:sp>
        <p:nvSpPr>
          <p:cNvPr id="5" name="Rectangle 4">
            <a:extLst>
              <a:ext uri="{FF2B5EF4-FFF2-40B4-BE49-F238E27FC236}">
                <a16:creationId xmlns:a16="http://schemas.microsoft.com/office/drawing/2014/main" id="{E41750F9-FD81-E141-E6DE-28279983BF7E}"/>
              </a:ext>
            </a:extLst>
          </p:cNvPr>
          <p:cNvSpPr/>
          <p:nvPr/>
        </p:nvSpPr>
        <p:spPr>
          <a:xfrm>
            <a:off x="849086" y="4049486"/>
            <a:ext cx="7924800" cy="133186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95B05428-2929-7E59-343D-7984EA48AB5C}"/>
              </a:ext>
            </a:extLst>
          </p:cNvPr>
          <p:cNvSpPr txBox="1">
            <a:spLocks/>
          </p:cNvSpPr>
          <p:nvPr/>
        </p:nvSpPr>
        <p:spPr>
          <a:xfrm>
            <a:off x="952500" y="385436"/>
            <a:ext cx="10287000" cy="133186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4000" b="1" kern="1200">
                <a:solidFill>
                  <a:schemeClr val="tx1"/>
                </a:solidFill>
                <a:latin typeface="Roboto" panose="02000000000000000000" pitchFamily="2" charset="0"/>
                <a:ea typeface="Roboto" panose="02000000000000000000" pitchFamily="2" charset="0"/>
                <a:cs typeface="Arial" panose="020B0604020202020204" pitchFamily="34" charset="0"/>
              </a:defRPr>
            </a:lvl1pPr>
          </a:lstStyle>
          <a:p>
            <a:r>
              <a:rPr lang="en-US" dirty="0"/>
              <a:t>Related Works</a:t>
            </a:r>
          </a:p>
        </p:txBody>
      </p:sp>
    </p:spTree>
    <p:extLst>
      <p:ext uri="{BB962C8B-B14F-4D97-AF65-F5344CB8AC3E}">
        <p14:creationId xmlns:p14="http://schemas.microsoft.com/office/powerpoint/2010/main" val="3280698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7C715-D99A-39D2-0685-A209037CAB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583C27-CB03-28A6-EAF7-A38E5EBAB524}"/>
              </a:ext>
            </a:extLst>
          </p:cNvPr>
          <p:cNvSpPr>
            <a:spLocks noGrp="1"/>
          </p:cNvSpPr>
          <p:nvPr>
            <p:ph type="title"/>
          </p:nvPr>
        </p:nvSpPr>
        <p:spPr/>
        <p:txBody>
          <a:bodyPr/>
          <a:lstStyle/>
          <a:p>
            <a:r>
              <a:rPr lang="en-US" dirty="0"/>
              <a:t>Related Works</a:t>
            </a:r>
          </a:p>
        </p:txBody>
      </p:sp>
      <p:sp>
        <p:nvSpPr>
          <p:cNvPr id="3" name="Content Placeholder 2">
            <a:extLst>
              <a:ext uri="{FF2B5EF4-FFF2-40B4-BE49-F238E27FC236}">
                <a16:creationId xmlns:a16="http://schemas.microsoft.com/office/drawing/2014/main" id="{9F471ECD-CD93-C24D-72EB-7DB583F92E4D}"/>
              </a:ext>
            </a:extLst>
          </p:cNvPr>
          <p:cNvSpPr>
            <a:spLocks noGrp="1"/>
          </p:cNvSpPr>
          <p:nvPr>
            <p:ph idx="1"/>
          </p:nvPr>
        </p:nvSpPr>
        <p:spPr/>
        <p:txBody>
          <a:bodyPr>
            <a:normAutofit/>
          </a:bodyPr>
          <a:lstStyle/>
          <a:p>
            <a:r>
              <a:rPr lang="en-US"/>
              <a:t>Large networks are expensive in compute, memory, and energy.</a:t>
            </a:r>
          </a:p>
          <a:p>
            <a:r>
              <a:rPr lang="en-US"/>
              <a:t>Pruning creates a highly sparse representation of a model that theoretically can be more resource efficient.</a:t>
            </a:r>
          </a:p>
          <a:p>
            <a:pPr lvl="1"/>
            <a:r>
              <a:rPr lang="en-US"/>
              <a:t>These sparse models are not smaller.</a:t>
            </a:r>
          </a:p>
          <a:p>
            <a:pPr lvl="1"/>
            <a:r>
              <a:rPr lang="en-US"/>
              <a:t>The weights are just set to zero</a:t>
            </a:r>
          </a:p>
        </p:txBody>
      </p:sp>
      <p:sp>
        <p:nvSpPr>
          <p:cNvPr id="4" name="Slide Number Placeholder 3">
            <a:extLst>
              <a:ext uri="{FF2B5EF4-FFF2-40B4-BE49-F238E27FC236}">
                <a16:creationId xmlns:a16="http://schemas.microsoft.com/office/drawing/2014/main" id="{44E5D5EC-0C01-40FE-D875-04FD42C61747}"/>
              </a:ext>
            </a:extLst>
          </p:cNvPr>
          <p:cNvSpPr>
            <a:spLocks noGrp="1"/>
          </p:cNvSpPr>
          <p:nvPr>
            <p:ph type="sldNum" sz="quarter" idx="10"/>
          </p:nvPr>
        </p:nvSpPr>
        <p:spPr/>
        <p:txBody>
          <a:bodyPr/>
          <a:lstStyle/>
          <a:p>
            <a:fld id="{C6684DFB-8BCD-4B6F-9AA1-83F3BA61DF41}" type="slidenum">
              <a:rPr lang="en-US" smtClean="0"/>
              <a:pPr/>
              <a:t>8</a:t>
            </a:fld>
            <a:endParaRPr lang="en-US"/>
          </a:p>
        </p:txBody>
      </p:sp>
    </p:spTree>
    <p:extLst>
      <p:ext uri="{BB962C8B-B14F-4D97-AF65-F5344CB8AC3E}">
        <p14:creationId xmlns:p14="http://schemas.microsoft.com/office/powerpoint/2010/main" val="3504416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3FD20-E737-B59E-2DBF-AA1719222642}"/>
              </a:ext>
            </a:extLst>
          </p:cNvPr>
          <p:cNvSpPr>
            <a:spLocks noGrp="1"/>
          </p:cNvSpPr>
          <p:nvPr>
            <p:ph type="title"/>
          </p:nvPr>
        </p:nvSpPr>
        <p:spPr/>
        <p:txBody>
          <a:bodyPr/>
          <a:lstStyle/>
          <a:p>
            <a:r>
              <a:rPr lang="en-US" dirty="0"/>
              <a:t>Investigation</a:t>
            </a:r>
          </a:p>
        </p:txBody>
      </p:sp>
      <p:sp>
        <p:nvSpPr>
          <p:cNvPr id="4" name="Slide Number Placeholder 3">
            <a:extLst>
              <a:ext uri="{FF2B5EF4-FFF2-40B4-BE49-F238E27FC236}">
                <a16:creationId xmlns:a16="http://schemas.microsoft.com/office/drawing/2014/main" id="{FD14AA2D-5B42-5710-0A15-ED7BDC6C3BCD}"/>
              </a:ext>
            </a:extLst>
          </p:cNvPr>
          <p:cNvSpPr>
            <a:spLocks noGrp="1"/>
          </p:cNvSpPr>
          <p:nvPr>
            <p:ph type="sldNum" sz="quarter" idx="10"/>
          </p:nvPr>
        </p:nvSpPr>
        <p:spPr/>
        <p:txBody>
          <a:bodyPr/>
          <a:lstStyle/>
          <a:p>
            <a:fld id="{C6684DFB-8BCD-4B6F-9AA1-83F3BA61DF41}" type="slidenum">
              <a:rPr lang="en-US" smtClean="0"/>
              <a:pPr/>
              <a:t>9</a:t>
            </a:fld>
            <a:endParaRPr lang="en-US"/>
          </a:p>
        </p:txBody>
      </p:sp>
      <p:sp>
        <p:nvSpPr>
          <p:cNvPr id="5" name="Content Placeholder 2">
            <a:extLst>
              <a:ext uri="{FF2B5EF4-FFF2-40B4-BE49-F238E27FC236}">
                <a16:creationId xmlns:a16="http://schemas.microsoft.com/office/drawing/2014/main" id="{1CF37D09-F49C-33B8-633B-4A5EABD8E876}"/>
              </a:ext>
            </a:extLst>
          </p:cNvPr>
          <p:cNvSpPr txBox="1">
            <a:spLocks/>
          </p:cNvSpPr>
          <p:nvPr/>
        </p:nvSpPr>
        <p:spPr>
          <a:xfrm>
            <a:off x="952500" y="2656199"/>
            <a:ext cx="10287000" cy="2099733"/>
          </a:xfrm>
          <a:prstGeom prst="rect">
            <a:avLst/>
          </a:prstGeom>
        </p:spPr>
        <p:txBody>
          <a:bodyPr vert="horz" lIns="0" tIns="0" rIns="0" bIns="0" rtlCol="0">
            <a:normAutofit/>
          </a:bodyPr>
          <a:lstStyle>
            <a:lvl1pPr marL="228600" indent="-228600" algn="l" defTabSz="914400" rtl="0" eaLnBrk="1" latinLnBrk="0" hangingPunct="1">
              <a:lnSpc>
                <a:spcPct val="100000"/>
              </a:lnSpc>
              <a:spcBef>
                <a:spcPts val="1000"/>
              </a:spcBef>
              <a:buClr>
                <a:schemeClr val="tx2"/>
              </a:buClr>
              <a:buSzPct val="95000"/>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2400" kern="1200">
                <a:solidFill>
                  <a:schemeClr val="tx1"/>
                </a:solidFill>
                <a:latin typeface="Roboto" panose="02000000000000000000" pitchFamily="2" charset="0"/>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gn="ctr">
              <a:buFont typeface="Roboto" panose="02000000000000000000" pitchFamily="2" charset="0"/>
              <a:buNone/>
            </a:pPr>
            <a:r>
              <a:rPr lang="en-US" sz="4000" b="1" u="sng"/>
              <a:t>What internal changes occur when networks are pruned?</a:t>
            </a:r>
          </a:p>
          <a:p>
            <a:pPr algn="ctr"/>
            <a:endParaRPr lang="en-US" sz="4400" dirty="0"/>
          </a:p>
        </p:txBody>
      </p:sp>
    </p:spTree>
    <p:extLst>
      <p:ext uri="{BB962C8B-B14F-4D97-AF65-F5344CB8AC3E}">
        <p14:creationId xmlns:p14="http://schemas.microsoft.com/office/powerpoint/2010/main" val="254961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279872-AD89-25D5-DA7A-19C2BC3ABAC0}"/>
              </a:ext>
            </a:extLst>
          </p:cNvPr>
          <p:cNvSpPr>
            <a:spLocks noGrp="1"/>
          </p:cNvSpPr>
          <p:nvPr>
            <p:ph idx="1"/>
          </p:nvPr>
        </p:nvSpPr>
        <p:spPr>
          <a:xfrm>
            <a:off x="952500" y="2656199"/>
            <a:ext cx="10287000" cy="2099733"/>
          </a:xfrm>
        </p:spPr>
        <p:txBody>
          <a:bodyPr>
            <a:normAutofit/>
          </a:bodyPr>
          <a:lstStyle/>
          <a:p>
            <a:pPr marL="457200" lvl="1" indent="0" algn="ctr">
              <a:buNone/>
            </a:pPr>
            <a:r>
              <a:rPr lang="en-US" sz="4000" b="1" u="sng" dirty="0"/>
              <a:t>What internal changes occur when networks are pruned?</a:t>
            </a:r>
          </a:p>
          <a:p>
            <a:pPr algn="ctr"/>
            <a:endParaRPr lang="en-US" sz="4400" dirty="0"/>
          </a:p>
        </p:txBody>
      </p:sp>
      <p:sp>
        <p:nvSpPr>
          <p:cNvPr id="2" name="Rectangle 1">
            <a:extLst>
              <a:ext uri="{FF2B5EF4-FFF2-40B4-BE49-F238E27FC236}">
                <a16:creationId xmlns:a16="http://schemas.microsoft.com/office/drawing/2014/main" id="{9AF3AC86-72A2-C54E-9413-1DDFDCBE340F}"/>
              </a:ext>
            </a:extLst>
          </p:cNvPr>
          <p:cNvSpPr/>
          <p:nvPr/>
        </p:nvSpPr>
        <p:spPr>
          <a:xfrm>
            <a:off x="872359" y="1481959"/>
            <a:ext cx="1198179" cy="54653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9A7A3FA-BD48-A3B7-10B3-9FC048BA2755}"/>
              </a:ext>
            </a:extLst>
          </p:cNvPr>
          <p:cNvSpPr/>
          <p:nvPr/>
        </p:nvSpPr>
        <p:spPr>
          <a:xfrm>
            <a:off x="3665220" y="2656199"/>
            <a:ext cx="3924300" cy="673741"/>
          </a:xfrm>
          <a:prstGeom prst="rect">
            <a:avLst/>
          </a:prstGeom>
          <a:solidFill>
            <a:srgbClr val="FFCD00">
              <a:alpha val="3098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832AF194-B515-1D44-1047-AF42F42CEC5A}"/>
              </a:ext>
            </a:extLst>
          </p:cNvPr>
          <p:cNvSpPr>
            <a:spLocks noGrp="1"/>
          </p:cNvSpPr>
          <p:nvPr>
            <p:ph type="sldNum" sz="quarter" idx="10"/>
          </p:nvPr>
        </p:nvSpPr>
        <p:spPr/>
        <p:txBody>
          <a:bodyPr/>
          <a:lstStyle/>
          <a:p>
            <a:fld id="{C6684DFB-8BCD-4B6F-9AA1-83F3BA61DF41}" type="slidenum">
              <a:rPr lang="en-US" smtClean="0"/>
              <a:pPr/>
              <a:t>10</a:t>
            </a:fld>
            <a:endParaRPr lang="en-US"/>
          </a:p>
        </p:txBody>
      </p:sp>
    </p:spTree>
    <p:extLst>
      <p:ext uri="{BB962C8B-B14F-4D97-AF65-F5344CB8AC3E}">
        <p14:creationId xmlns:p14="http://schemas.microsoft.com/office/powerpoint/2010/main" val="1227733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09B89-A89B-A0CD-7734-F2E6C8631D47}"/>
              </a:ext>
            </a:extLst>
          </p:cNvPr>
          <p:cNvSpPr>
            <a:spLocks noGrp="1"/>
          </p:cNvSpPr>
          <p:nvPr>
            <p:ph type="title"/>
          </p:nvPr>
        </p:nvSpPr>
        <p:spPr>
          <a:xfrm>
            <a:off x="952499" y="526777"/>
            <a:ext cx="10287001" cy="869089"/>
          </a:xfrm>
        </p:spPr>
        <p:txBody>
          <a:bodyPr anchor="ctr">
            <a:normAutofit/>
          </a:bodyPr>
          <a:lstStyle/>
          <a:p>
            <a:r>
              <a:rPr lang="en-US"/>
              <a:t>Models/Datasets</a:t>
            </a:r>
          </a:p>
        </p:txBody>
      </p:sp>
      <p:pic>
        <p:nvPicPr>
          <p:cNvPr id="9" name="Content Placeholder 8">
            <a:extLst>
              <a:ext uri="{FF2B5EF4-FFF2-40B4-BE49-F238E27FC236}">
                <a16:creationId xmlns:a16="http://schemas.microsoft.com/office/drawing/2014/main" id="{22940147-3A6C-897A-E7EE-5F396A320A51}"/>
              </a:ext>
            </a:extLst>
          </p:cNvPr>
          <p:cNvPicPr>
            <a:picLocks noGrp="1" noChangeAspect="1"/>
          </p:cNvPicPr>
          <p:nvPr>
            <p:ph idx="10"/>
          </p:nvPr>
        </p:nvPicPr>
        <p:blipFill>
          <a:blip r:embed="rId3">
            <a:extLst>
              <a:ext uri="{96DAC541-7B7A-43D3-8B79-37D633B846F1}">
                <asvg:svgBlip xmlns:asvg="http://schemas.microsoft.com/office/drawing/2016/SVG/main" r:embed="rId4"/>
              </a:ext>
            </a:extLst>
          </a:blip>
          <a:stretch>
            <a:fillRect/>
          </a:stretch>
        </p:blipFill>
        <p:spPr>
          <a:xfrm>
            <a:off x="1536668" y="1700692"/>
            <a:ext cx="9118662" cy="4494198"/>
          </a:xfrm>
        </p:spPr>
      </p:pic>
      <p:sp>
        <p:nvSpPr>
          <p:cNvPr id="3" name="Slide Number Placeholder 2">
            <a:extLst>
              <a:ext uri="{FF2B5EF4-FFF2-40B4-BE49-F238E27FC236}">
                <a16:creationId xmlns:a16="http://schemas.microsoft.com/office/drawing/2014/main" id="{F29A33FA-425F-A91B-FC1C-2D934AC2D2BD}"/>
              </a:ext>
            </a:extLst>
          </p:cNvPr>
          <p:cNvSpPr>
            <a:spLocks noGrp="1"/>
          </p:cNvSpPr>
          <p:nvPr>
            <p:ph type="sldNum" sz="quarter" idx="11"/>
          </p:nvPr>
        </p:nvSpPr>
        <p:spPr/>
        <p:txBody>
          <a:bodyPr/>
          <a:lstStyle/>
          <a:p>
            <a:fld id="{C6684DFB-8BCD-4B6F-9AA1-83F3BA61DF41}" type="slidenum">
              <a:rPr lang="en-US" smtClean="0"/>
              <a:pPr/>
              <a:t>11</a:t>
            </a:fld>
            <a:endParaRPr lang="en-US"/>
          </a:p>
        </p:txBody>
      </p:sp>
      <p:sp>
        <p:nvSpPr>
          <p:cNvPr id="5" name="Rectangle 4">
            <a:extLst>
              <a:ext uri="{FF2B5EF4-FFF2-40B4-BE49-F238E27FC236}">
                <a16:creationId xmlns:a16="http://schemas.microsoft.com/office/drawing/2014/main" id="{5BC5558D-E8DA-C291-3AA5-7A41EC0148D1}"/>
              </a:ext>
            </a:extLst>
          </p:cNvPr>
          <p:cNvSpPr/>
          <p:nvPr/>
        </p:nvSpPr>
        <p:spPr>
          <a:xfrm>
            <a:off x="5681610" y="1602769"/>
            <a:ext cx="4037743" cy="1448656"/>
          </a:xfrm>
          <a:prstGeom prst="rect">
            <a:avLst/>
          </a:prstGeom>
          <a:noFill/>
          <a:ln w="19050">
            <a:solidFill>
              <a:srgbClr val="FFCD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Block Arc 3">
            <a:extLst>
              <a:ext uri="{FF2B5EF4-FFF2-40B4-BE49-F238E27FC236}">
                <a16:creationId xmlns:a16="http://schemas.microsoft.com/office/drawing/2014/main" id="{CB4DF110-D1DE-53E7-6B6F-AF44CD242A12}"/>
              </a:ext>
            </a:extLst>
          </p:cNvPr>
          <p:cNvSpPr/>
          <p:nvPr/>
        </p:nvSpPr>
        <p:spPr>
          <a:xfrm>
            <a:off x="6405612" y="1312064"/>
            <a:ext cx="851838" cy="569089"/>
          </a:xfrm>
          <a:prstGeom prst="blockArc">
            <a:avLst>
              <a:gd name="adj1" fmla="val 10875960"/>
              <a:gd name="adj2" fmla="val 21519074"/>
              <a:gd name="adj3" fmla="val 148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Block Arc 5">
            <a:extLst>
              <a:ext uri="{FF2B5EF4-FFF2-40B4-BE49-F238E27FC236}">
                <a16:creationId xmlns:a16="http://schemas.microsoft.com/office/drawing/2014/main" id="{5712FF5E-0E77-7F53-1890-5F1B6E7CDBCA}"/>
              </a:ext>
            </a:extLst>
          </p:cNvPr>
          <p:cNvSpPr/>
          <p:nvPr/>
        </p:nvSpPr>
        <p:spPr>
          <a:xfrm>
            <a:off x="7274562" y="1312063"/>
            <a:ext cx="851838" cy="569089"/>
          </a:xfrm>
          <a:prstGeom prst="blockArc">
            <a:avLst>
              <a:gd name="adj1" fmla="val 10875960"/>
              <a:gd name="adj2" fmla="val 21519074"/>
              <a:gd name="adj3" fmla="val 148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Block Arc 6">
            <a:extLst>
              <a:ext uri="{FF2B5EF4-FFF2-40B4-BE49-F238E27FC236}">
                <a16:creationId xmlns:a16="http://schemas.microsoft.com/office/drawing/2014/main" id="{543A9F5D-17BF-8170-4071-5F5DFF984D7E}"/>
              </a:ext>
            </a:extLst>
          </p:cNvPr>
          <p:cNvSpPr/>
          <p:nvPr/>
        </p:nvSpPr>
        <p:spPr>
          <a:xfrm>
            <a:off x="8126400" y="1312062"/>
            <a:ext cx="851838" cy="569089"/>
          </a:xfrm>
          <a:prstGeom prst="blockArc">
            <a:avLst>
              <a:gd name="adj1" fmla="val 10875960"/>
              <a:gd name="adj2" fmla="val 21519074"/>
              <a:gd name="adj3" fmla="val 148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991476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P spid="6" grpId="0" animBg="1"/>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285A8-C599-D269-5B19-4F6E2898E35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955499-B53F-B42A-B7F7-9CF21842C246}"/>
              </a:ext>
            </a:extLst>
          </p:cNvPr>
          <p:cNvSpPr>
            <a:spLocks noGrp="1"/>
          </p:cNvSpPr>
          <p:nvPr>
            <p:ph idx="1"/>
          </p:nvPr>
        </p:nvSpPr>
        <p:spPr>
          <a:xfrm>
            <a:off x="952500" y="2656199"/>
            <a:ext cx="10287000" cy="2099733"/>
          </a:xfrm>
        </p:spPr>
        <p:txBody>
          <a:bodyPr>
            <a:normAutofit/>
          </a:bodyPr>
          <a:lstStyle/>
          <a:p>
            <a:pPr marL="457200" lvl="1" indent="0" algn="ctr">
              <a:buNone/>
            </a:pPr>
            <a:r>
              <a:rPr lang="en-US" sz="4000" b="1" u="sng"/>
              <a:t>What internal changes occur when networks are pruned?</a:t>
            </a:r>
          </a:p>
          <a:p>
            <a:pPr algn="ctr"/>
            <a:endParaRPr lang="en-US" sz="4400"/>
          </a:p>
        </p:txBody>
      </p:sp>
      <p:sp>
        <p:nvSpPr>
          <p:cNvPr id="2" name="Rectangle 1">
            <a:extLst>
              <a:ext uri="{FF2B5EF4-FFF2-40B4-BE49-F238E27FC236}">
                <a16:creationId xmlns:a16="http://schemas.microsoft.com/office/drawing/2014/main" id="{EB681BC6-A2A9-8CF9-5542-298B7E7A1B89}"/>
              </a:ext>
            </a:extLst>
          </p:cNvPr>
          <p:cNvSpPr/>
          <p:nvPr/>
        </p:nvSpPr>
        <p:spPr>
          <a:xfrm>
            <a:off x="872359" y="1481959"/>
            <a:ext cx="1198179" cy="54653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6CA4629-40AA-7A60-DEAD-EF1FFF50FFA3}"/>
              </a:ext>
            </a:extLst>
          </p:cNvPr>
          <p:cNvSpPr/>
          <p:nvPr/>
        </p:nvSpPr>
        <p:spPr>
          <a:xfrm>
            <a:off x="6880860" y="3238389"/>
            <a:ext cx="1935480" cy="673741"/>
          </a:xfrm>
          <a:prstGeom prst="rect">
            <a:avLst/>
          </a:prstGeom>
          <a:solidFill>
            <a:srgbClr val="FFCD00">
              <a:alpha val="3098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6B0BEA21-B28B-0DD1-7551-0A9B217DE29A}"/>
              </a:ext>
            </a:extLst>
          </p:cNvPr>
          <p:cNvSpPr>
            <a:spLocks noGrp="1"/>
          </p:cNvSpPr>
          <p:nvPr>
            <p:ph type="sldNum" sz="quarter" idx="10"/>
          </p:nvPr>
        </p:nvSpPr>
        <p:spPr/>
        <p:txBody>
          <a:bodyPr/>
          <a:lstStyle/>
          <a:p>
            <a:fld id="{C6684DFB-8BCD-4B6F-9AA1-83F3BA61DF41}" type="slidenum">
              <a:rPr lang="en-US" smtClean="0"/>
              <a:pPr/>
              <a:t>12</a:t>
            </a:fld>
            <a:endParaRPr lang="en-US"/>
          </a:p>
        </p:txBody>
      </p:sp>
    </p:spTree>
    <p:extLst>
      <p:ext uri="{BB962C8B-B14F-4D97-AF65-F5344CB8AC3E}">
        <p14:creationId xmlns:p14="http://schemas.microsoft.com/office/powerpoint/2010/main" val="4260152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739FD-1F91-F4B7-EFB4-78E60A572BB2}"/>
              </a:ext>
            </a:extLst>
          </p:cNvPr>
          <p:cNvSpPr>
            <a:spLocks noGrp="1"/>
          </p:cNvSpPr>
          <p:nvPr>
            <p:ph type="title"/>
          </p:nvPr>
        </p:nvSpPr>
        <p:spPr>
          <a:xfrm>
            <a:off x="952499" y="526777"/>
            <a:ext cx="10287001" cy="869089"/>
          </a:xfrm>
        </p:spPr>
        <p:txBody>
          <a:bodyPr anchor="ctr">
            <a:normAutofit/>
          </a:bodyPr>
          <a:lstStyle/>
          <a:p>
            <a:r>
              <a:rPr lang="en-US"/>
              <a:t>Unstructured pruning with IMP</a:t>
            </a:r>
          </a:p>
        </p:txBody>
      </p:sp>
      <p:sp>
        <p:nvSpPr>
          <p:cNvPr id="3" name="Content Placeholder 2">
            <a:extLst>
              <a:ext uri="{FF2B5EF4-FFF2-40B4-BE49-F238E27FC236}">
                <a16:creationId xmlns:a16="http://schemas.microsoft.com/office/drawing/2014/main" id="{60D70CE5-47C5-3D54-E713-D78E1C26F940}"/>
              </a:ext>
            </a:extLst>
          </p:cNvPr>
          <p:cNvSpPr>
            <a:spLocks noGrp="1"/>
          </p:cNvSpPr>
          <p:nvPr>
            <p:ph idx="10"/>
          </p:nvPr>
        </p:nvSpPr>
        <p:spPr>
          <a:xfrm>
            <a:off x="6811960" y="2196895"/>
            <a:ext cx="5139690" cy="3073692"/>
          </a:xfrm>
        </p:spPr>
        <p:txBody>
          <a:bodyPr>
            <a:normAutofit/>
          </a:bodyPr>
          <a:lstStyle/>
          <a:p>
            <a:pPr marL="971550" lvl="1" indent="-514350">
              <a:lnSpc>
                <a:spcPct val="90000"/>
              </a:lnSpc>
              <a:buAutoNum type="arabicPeriod"/>
            </a:pPr>
            <a:r>
              <a:rPr lang="en-US" sz="2800" dirty="0"/>
              <a:t>Train the network</a:t>
            </a:r>
          </a:p>
          <a:p>
            <a:pPr marL="971550" lvl="1" indent="-514350">
              <a:lnSpc>
                <a:spcPct val="90000"/>
              </a:lnSpc>
              <a:buAutoNum type="arabicPeriod"/>
            </a:pPr>
            <a:r>
              <a:rPr lang="en-US" sz="2800" dirty="0"/>
              <a:t>Saves the weights</a:t>
            </a:r>
          </a:p>
          <a:p>
            <a:pPr marL="971550" lvl="1" indent="-514350">
              <a:lnSpc>
                <a:spcPct val="90000"/>
              </a:lnSpc>
              <a:buAutoNum type="arabicPeriod"/>
            </a:pPr>
            <a:r>
              <a:rPr lang="en-US" sz="2800" dirty="0"/>
              <a:t>Continues training</a:t>
            </a:r>
          </a:p>
          <a:p>
            <a:pPr marL="971550" lvl="1" indent="-514350">
              <a:lnSpc>
                <a:spcPct val="90000"/>
              </a:lnSpc>
              <a:buAutoNum type="arabicPeriod"/>
            </a:pPr>
            <a:r>
              <a:rPr lang="en-US" sz="2800" dirty="0"/>
              <a:t>Removes unneeded weights</a:t>
            </a:r>
          </a:p>
          <a:p>
            <a:pPr marL="971550" lvl="1" indent="-514350">
              <a:lnSpc>
                <a:spcPct val="90000"/>
              </a:lnSpc>
              <a:buAutoNum type="arabicPeriod"/>
            </a:pPr>
            <a:r>
              <a:rPr lang="en-US" sz="2800" dirty="0"/>
              <a:t>Reset remaining weights to (2)</a:t>
            </a:r>
            <a:endParaRPr lang="en-US" dirty="0"/>
          </a:p>
        </p:txBody>
      </p:sp>
      <p:grpSp>
        <p:nvGrpSpPr>
          <p:cNvPr id="4" name="Group 3">
            <a:extLst>
              <a:ext uri="{FF2B5EF4-FFF2-40B4-BE49-F238E27FC236}">
                <a16:creationId xmlns:a16="http://schemas.microsoft.com/office/drawing/2014/main" id="{8208A997-140F-0074-5EDA-5E21C3A3BA14}"/>
              </a:ext>
            </a:extLst>
          </p:cNvPr>
          <p:cNvGrpSpPr/>
          <p:nvPr/>
        </p:nvGrpSpPr>
        <p:grpSpPr>
          <a:xfrm>
            <a:off x="240350" y="1395866"/>
            <a:ext cx="6382427" cy="4675750"/>
            <a:chOff x="2611225" y="1696825"/>
            <a:chExt cx="6127422" cy="4364610"/>
          </a:xfrm>
        </p:grpSpPr>
        <p:pic>
          <p:nvPicPr>
            <p:cNvPr id="5" name="Graphic 4">
              <a:extLst>
                <a:ext uri="{FF2B5EF4-FFF2-40B4-BE49-F238E27FC236}">
                  <a16:creationId xmlns:a16="http://schemas.microsoft.com/office/drawing/2014/main" id="{3F16B819-71CD-3516-4AD4-5158B4C649B3}"/>
                </a:ext>
              </a:extLst>
            </p:cNvPr>
            <p:cNvPicPr>
              <a:picLocks noChangeAspect="1"/>
            </p:cNvPicPr>
            <p:nvPr/>
          </p:nvPicPr>
          <p:blipFill>
            <a:blip r:embed="rId3">
              <a:extLst>
                <a:ext uri="{96DAC541-7B7A-43D3-8B79-37D633B846F1}">
                  <asvg:svgBlip xmlns:asvg="http://schemas.microsoft.com/office/drawing/2016/SVG/main" r:embed="rId4"/>
                </a:ext>
              </a:extLst>
            </a:blip>
            <a:srcRect l="722" t="3436" r="54749" b="42385"/>
            <a:stretch>
              <a:fillRect/>
            </a:stretch>
          </p:blipFill>
          <p:spPr>
            <a:xfrm>
              <a:off x="2611225" y="1696825"/>
              <a:ext cx="6127422" cy="4364610"/>
            </a:xfrm>
            <a:prstGeom prst="rect">
              <a:avLst/>
            </a:prstGeom>
          </p:spPr>
        </p:pic>
        <p:sp>
          <p:nvSpPr>
            <p:cNvPr id="6" name="Rectangle 5">
              <a:extLst>
                <a:ext uri="{FF2B5EF4-FFF2-40B4-BE49-F238E27FC236}">
                  <a16:creationId xmlns:a16="http://schemas.microsoft.com/office/drawing/2014/main" id="{91D788D2-80CC-D4D0-9DB9-7A3966BD3812}"/>
                </a:ext>
              </a:extLst>
            </p:cNvPr>
            <p:cNvSpPr/>
            <p:nvPr/>
          </p:nvSpPr>
          <p:spPr>
            <a:xfrm>
              <a:off x="2611225" y="1696825"/>
              <a:ext cx="305711" cy="22341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Slide Number Placeholder 6">
            <a:extLst>
              <a:ext uri="{FF2B5EF4-FFF2-40B4-BE49-F238E27FC236}">
                <a16:creationId xmlns:a16="http://schemas.microsoft.com/office/drawing/2014/main" id="{13E227F9-853E-CE4E-5A65-9E4DA5CD6DF3}"/>
              </a:ext>
            </a:extLst>
          </p:cNvPr>
          <p:cNvSpPr>
            <a:spLocks noGrp="1"/>
          </p:cNvSpPr>
          <p:nvPr>
            <p:ph type="sldNum" sz="quarter" idx="11"/>
          </p:nvPr>
        </p:nvSpPr>
        <p:spPr/>
        <p:txBody>
          <a:bodyPr/>
          <a:lstStyle/>
          <a:p>
            <a:fld id="{C6684DFB-8BCD-4B6F-9AA1-83F3BA61DF41}" type="slidenum">
              <a:rPr lang="en-US" smtClean="0"/>
              <a:pPr/>
              <a:t>13</a:t>
            </a:fld>
            <a:endParaRPr lang="en-US" dirty="0"/>
          </a:p>
        </p:txBody>
      </p:sp>
    </p:spTree>
    <p:extLst>
      <p:ext uri="{BB962C8B-B14F-4D97-AF65-F5344CB8AC3E}">
        <p14:creationId xmlns:p14="http://schemas.microsoft.com/office/powerpoint/2010/main" val="40411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BAEBD-64B1-E78C-B9AD-34DA9E4519C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BA5C28-D713-405B-5E35-5DBC85D080CD}"/>
              </a:ext>
            </a:extLst>
          </p:cNvPr>
          <p:cNvSpPr>
            <a:spLocks noGrp="1"/>
          </p:cNvSpPr>
          <p:nvPr>
            <p:ph idx="1"/>
          </p:nvPr>
        </p:nvSpPr>
        <p:spPr>
          <a:xfrm>
            <a:off x="952500" y="2656199"/>
            <a:ext cx="10287000" cy="2099733"/>
          </a:xfrm>
        </p:spPr>
        <p:txBody>
          <a:bodyPr>
            <a:normAutofit/>
          </a:bodyPr>
          <a:lstStyle/>
          <a:p>
            <a:pPr marL="457200" lvl="1" indent="0" algn="ctr">
              <a:buNone/>
            </a:pPr>
            <a:r>
              <a:rPr lang="en-US" sz="4000" b="1" u="sng"/>
              <a:t>What internal changes occur when networks are pruned?</a:t>
            </a:r>
          </a:p>
          <a:p>
            <a:pPr algn="ctr"/>
            <a:endParaRPr lang="en-US" sz="4400"/>
          </a:p>
        </p:txBody>
      </p:sp>
      <p:sp>
        <p:nvSpPr>
          <p:cNvPr id="2" name="Rectangle 1">
            <a:extLst>
              <a:ext uri="{FF2B5EF4-FFF2-40B4-BE49-F238E27FC236}">
                <a16:creationId xmlns:a16="http://schemas.microsoft.com/office/drawing/2014/main" id="{AA3BD537-348B-98D5-0BCD-B3449C745CE9}"/>
              </a:ext>
            </a:extLst>
          </p:cNvPr>
          <p:cNvSpPr/>
          <p:nvPr/>
        </p:nvSpPr>
        <p:spPr>
          <a:xfrm>
            <a:off x="872359" y="1481959"/>
            <a:ext cx="1198179" cy="54653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13DF15EE-1A7F-8A09-1749-5254226EC7F4}"/>
              </a:ext>
            </a:extLst>
          </p:cNvPr>
          <p:cNvSpPr>
            <a:spLocks noGrp="1"/>
          </p:cNvSpPr>
          <p:nvPr>
            <p:ph type="sldNum" sz="quarter" idx="10"/>
          </p:nvPr>
        </p:nvSpPr>
        <p:spPr/>
        <p:txBody>
          <a:bodyPr/>
          <a:lstStyle/>
          <a:p>
            <a:fld id="{C6684DFB-8BCD-4B6F-9AA1-83F3BA61DF41}" type="slidenum">
              <a:rPr lang="en-US" smtClean="0"/>
              <a:pPr/>
              <a:t>14</a:t>
            </a:fld>
            <a:endParaRPr lang="en-US"/>
          </a:p>
        </p:txBody>
      </p:sp>
    </p:spTree>
    <p:extLst>
      <p:ext uri="{BB962C8B-B14F-4D97-AF65-F5344CB8AC3E}">
        <p14:creationId xmlns:p14="http://schemas.microsoft.com/office/powerpoint/2010/main" val="11523201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61CF8-95CE-6835-2E66-9233D1C8D66F}"/>
              </a:ext>
            </a:extLst>
          </p:cNvPr>
          <p:cNvSpPr>
            <a:spLocks noGrp="1"/>
          </p:cNvSpPr>
          <p:nvPr>
            <p:ph type="title"/>
          </p:nvPr>
        </p:nvSpPr>
        <p:spPr>
          <a:xfrm>
            <a:off x="952497" y="479855"/>
            <a:ext cx="10287001" cy="869089"/>
          </a:xfrm>
        </p:spPr>
        <p:txBody>
          <a:bodyPr>
            <a:normAutofit fontScale="90000"/>
          </a:bodyPr>
          <a:lstStyle/>
          <a:p>
            <a:r>
              <a:rPr lang="en-US" dirty="0"/>
              <a:t>How does IMP change weights across Stages?</a:t>
            </a:r>
          </a:p>
        </p:txBody>
      </p:sp>
      <p:sp>
        <p:nvSpPr>
          <p:cNvPr id="3" name="Content Placeholder 2">
            <a:extLst>
              <a:ext uri="{FF2B5EF4-FFF2-40B4-BE49-F238E27FC236}">
                <a16:creationId xmlns:a16="http://schemas.microsoft.com/office/drawing/2014/main" id="{0AC775BB-194B-1D53-2799-6B071DFD256A}"/>
              </a:ext>
            </a:extLst>
          </p:cNvPr>
          <p:cNvSpPr>
            <a:spLocks noGrp="1"/>
          </p:cNvSpPr>
          <p:nvPr>
            <p:ph idx="10"/>
          </p:nvPr>
        </p:nvSpPr>
        <p:spPr/>
        <p:txBody>
          <a:bodyPr/>
          <a:lstStyle/>
          <a:p>
            <a:r>
              <a:rPr lang="en-US" dirty="0"/>
              <a:t>Within all stages, which are pruned more?</a:t>
            </a:r>
          </a:p>
        </p:txBody>
      </p:sp>
      <p:pic>
        <p:nvPicPr>
          <p:cNvPr id="4" name="Content Placeholder 4">
            <a:extLst>
              <a:ext uri="{FF2B5EF4-FFF2-40B4-BE49-F238E27FC236}">
                <a16:creationId xmlns:a16="http://schemas.microsoft.com/office/drawing/2014/main" id="{7DF71904-CF90-08A5-8676-1D7B72E7BB71}"/>
              </a:ext>
            </a:extLst>
          </p:cNvPr>
          <p:cNvPicPr>
            <a:picLocks noChangeAspect="1"/>
          </p:cNvPicPr>
          <p:nvPr/>
        </p:nvPicPr>
        <p:blipFill>
          <a:blip r:embed="rId2">
            <a:extLst>
              <a:ext uri="{96DAC541-7B7A-43D3-8B79-37D633B846F1}">
                <asvg:svgBlip xmlns:asvg="http://schemas.microsoft.com/office/drawing/2016/SVG/main" r:embed="rId3"/>
              </a:ext>
            </a:extLst>
          </a:blip>
          <a:srcRect r="53289" b="45826"/>
          <a:stretch>
            <a:fillRect/>
          </a:stretch>
        </p:blipFill>
        <p:spPr>
          <a:xfrm>
            <a:off x="3631207" y="2537996"/>
            <a:ext cx="4929583" cy="3585284"/>
          </a:xfrm>
          <a:prstGeom prst="rect">
            <a:avLst/>
          </a:prstGeom>
        </p:spPr>
      </p:pic>
      <p:sp>
        <p:nvSpPr>
          <p:cNvPr id="5" name="Slide Number Placeholder 4">
            <a:extLst>
              <a:ext uri="{FF2B5EF4-FFF2-40B4-BE49-F238E27FC236}">
                <a16:creationId xmlns:a16="http://schemas.microsoft.com/office/drawing/2014/main" id="{30DCED62-1870-42C8-BA65-D3E3883CBB12}"/>
              </a:ext>
            </a:extLst>
          </p:cNvPr>
          <p:cNvSpPr>
            <a:spLocks noGrp="1"/>
          </p:cNvSpPr>
          <p:nvPr>
            <p:ph type="sldNum" sz="quarter" idx="11"/>
          </p:nvPr>
        </p:nvSpPr>
        <p:spPr/>
        <p:txBody>
          <a:bodyPr/>
          <a:lstStyle/>
          <a:p>
            <a:fld id="{C6684DFB-8BCD-4B6F-9AA1-83F3BA61DF41}" type="slidenum">
              <a:rPr lang="en-US" smtClean="0"/>
              <a:pPr/>
              <a:t>15</a:t>
            </a:fld>
            <a:endParaRPr lang="en-US"/>
          </a:p>
        </p:txBody>
      </p:sp>
    </p:spTree>
    <p:extLst>
      <p:ext uri="{BB962C8B-B14F-4D97-AF65-F5344CB8AC3E}">
        <p14:creationId xmlns:p14="http://schemas.microsoft.com/office/powerpoint/2010/main" val="27489077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CE324-3D19-4C63-125B-B4A9FB69B045}"/>
              </a:ext>
            </a:extLst>
          </p:cNvPr>
          <p:cNvSpPr>
            <a:spLocks noGrp="1"/>
          </p:cNvSpPr>
          <p:nvPr>
            <p:ph type="title"/>
          </p:nvPr>
        </p:nvSpPr>
        <p:spPr/>
        <p:txBody>
          <a:bodyPr>
            <a:normAutofit fontScale="90000"/>
          </a:bodyPr>
          <a:lstStyle/>
          <a:p>
            <a:r>
              <a:rPr lang="en-US"/>
              <a:t>Finding 1: Preferential Pruning of Deep Layers</a:t>
            </a:r>
          </a:p>
        </p:txBody>
      </p:sp>
      <p:sp>
        <p:nvSpPr>
          <p:cNvPr id="3" name="Content Placeholder 2">
            <a:extLst>
              <a:ext uri="{FF2B5EF4-FFF2-40B4-BE49-F238E27FC236}">
                <a16:creationId xmlns:a16="http://schemas.microsoft.com/office/drawing/2014/main" id="{79C22065-97ED-BACC-37CE-FDA617A2B2F4}"/>
              </a:ext>
            </a:extLst>
          </p:cNvPr>
          <p:cNvSpPr>
            <a:spLocks noGrp="1"/>
          </p:cNvSpPr>
          <p:nvPr>
            <p:ph idx="10"/>
          </p:nvPr>
        </p:nvSpPr>
        <p:spPr/>
        <p:txBody>
          <a:bodyPr/>
          <a:lstStyle/>
          <a:p>
            <a:r>
              <a:rPr lang="en-US" dirty="0"/>
              <a:t>Later stages are pruned more than early stages. </a:t>
            </a:r>
          </a:p>
          <a:p>
            <a:endParaRPr lang="en-US" dirty="0"/>
          </a:p>
          <a:p>
            <a:pPr marL="0" indent="0">
              <a:buNone/>
            </a:pPr>
            <a:endParaRPr lang="en-US" dirty="0"/>
          </a:p>
          <a:p>
            <a:r>
              <a:rPr lang="en-US" dirty="0"/>
              <a:t>This pattern emerges early in the unstructured pruning process. </a:t>
            </a:r>
          </a:p>
        </p:txBody>
      </p:sp>
      <p:pic>
        <p:nvPicPr>
          <p:cNvPr id="5" name="Graphic 4">
            <a:extLst>
              <a:ext uri="{FF2B5EF4-FFF2-40B4-BE49-F238E27FC236}">
                <a16:creationId xmlns:a16="http://schemas.microsoft.com/office/drawing/2014/main" id="{C11785A6-620B-17EA-213F-9CA065F0B009}"/>
              </a:ext>
            </a:extLst>
          </p:cNvPr>
          <p:cNvPicPr>
            <a:picLocks noChangeAspect="1"/>
          </p:cNvPicPr>
          <p:nvPr/>
        </p:nvPicPr>
        <p:blipFill>
          <a:blip r:embed="rId3">
            <a:extLst>
              <a:ext uri="{96DAC541-7B7A-43D3-8B79-37D633B846F1}">
                <asvg:svgBlip xmlns:asvg="http://schemas.microsoft.com/office/drawing/2016/SVG/main" r:embed="rId4"/>
              </a:ext>
            </a:extLst>
          </a:blip>
          <a:srcRect r="50443" b="52294"/>
          <a:stretch>
            <a:fillRect/>
          </a:stretch>
        </p:blipFill>
        <p:spPr>
          <a:xfrm>
            <a:off x="1665364" y="1395866"/>
            <a:ext cx="8203849" cy="4310977"/>
          </a:xfrm>
          <a:prstGeom prst="rect">
            <a:avLst/>
          </a:prstGeom>
        </p:spPr>
      </p:pic>
      <p:sp>
        <p:nvSpPr>
          <p:cNvPr id="4" name="Arrow: Right 3">
            <a:extLst>
              <a:ext uri="{FF2B5EF4-FFF2-40B4-BE49-F238E27FC236}">
                <a16:creationId xmlns:a16="http://schemas.microsoft.com/office/drawing/2014/main" id="{3F78B5B0-CE95-4E80-C23B-769F0360A7C0}"/>
              </a:ext>
            </a:extLst>
          </p:cNvPr>
          <p:cNvSpPr/>
          <p:nvPr/>
        </p:nvSpPr>
        <p:spPr>
          <a:xfrm>
            <a:off x="4394719" y="5788561"/>
            <a:ext cx="2890345" cy="1663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2BC4DDA6-0222-ECB1-1085-C588A9E66080}"/>
              </a:ext>
            </a:extLst>
          </p:cNvPr>
          <p:cNvSpPr txBox="1"/>
          <p:nvPr/>
        </p:nvSpPr>
        <p:spPr>
          <a:xfrm>
            <a:off x="7371691" y="5702464"/>
            <a:ext cx="3300249" cy="338554"/>
          </a:xfrm>
          <a:prstGeom prst="rect">
            <a:avLst/>
          </a:prstGeom>
          <a:noFill/>
        </p:spPr>
        <p:txBody>
          <a:bodyPr wrap="square" rtlCol="0">
            <a:spAutoFit/>
          </a:bodyPr>
          <a:lstStyle/>
          <a:p>
            <a:r>
              <a:rPr lang="en-US" sz="1600"/>
              <a:t>More Network Sparse</a:t>
            </a:r>
          </a:p>
        </p:txBody>
      </p:sp>
      <p:sp>
        <p:nvSpPr>
          <p:cNvPr id="7" name="TextBox 6">
            <a:extLst>
              <a:ext uri="{FF2B5EF4-FFF2-40B4-BE49-F238E27FC236}">
                <a16:creationId xmlns:a16="http://schemas.microsoft.com/office/drawing/2014/main" id="{4D9ECC09-FDDF-D2D0-0CC5-E68941216FD3}"/>
              </a:ext>
            </a:extLst>
          </p:cNvPr>
          <p:cNvSpPr txBox="1"/>
          <p:nvPr/>
        </p:nvSpPr>
        <p:spPr>
          <a:xfrm>
            <a:off x="2205857" y="5702464"/>
            <a:ext cx="3300249" cy="338554"/>
          </a:xfrm>
          <a:prstGeom prst="rect">
            <a:avLst/>
          </a:prstGeom>
          <a:noFill/>
        </p:spPr>
        <p:txBody>
          <a:bodyPr wrap="square" rtlCol="0">
            <a:spAutoFit/>
          </a:bodyPr>
          <a:lstStyle/>
          <a:p>
            <a:r>
              <a:rPr lang="en-US" sz="1600"/>
              <a:t>Less Network Sparse</a:t>
            </a:r>
          </a:p>
        </p:txBody>
      </p:sp>
      <p:sp>
        <p:nvSpPr>
          <p:cNvPr id="8" name="Slide Number Placeholder 7">
            <a:extLst>
              <a:ext uri="{FF2B5EF4-FFF2-40B4-BE49-F238E27FC236}">
                <a16:creationId xmlns:a16="http://schemas.microsoft.com/office/drawing/2014/main" id="{92C6F0CB-B35C-E638-42C2-349167108A19}"/>
              </a:ext>
            </a:extLst>
          </p:cNvPr>
          <p:cNvSpPr>
            <a:spLocks noGrp="1"/>
          </p:cNvSpPr>
          <p:nvPr>
            <p:ph type="sldNum" sz="quarter" idx="11"/>
          </p:nvPr>
        </p:nvSpPr>
        <p:spPr/>
        <p:txBody>
          <a:bodyPr/>
          <a:lstStyle/>
          <a:p>
            <a:fld id="{C6684DFB-8BCD-4B6F-9AA1-83F3BA61DF41}" type="slidenum">
              <a:rPr lang="en-US" smtClean="0"/>
              <a:pPr/>
              <a:t>16</a:t>
            </a:fld>
            <a:endParaRPr lang="en-US"/>
          </a:p>
        </p:txBody>
      </p:sp>
    </p:spTree>
    <p:extLst>
      <p:ext uri="{BB962C8B-B14F-4D97-AF65-F5344CB8AC3E}">
        <p14:creationId xmlns:p14="http://schemas.microsoft.com/office/powerpoint/2010/main" val="722111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6" grpId="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2FCE7-AEFB-2D9B-AC13-32B82515DFA7}"/>
              </a:ext>
            </a:extLst>
          </p:cNvPr>
          <p:cNvSpPr>
            <a:spLocks noGrp="1"/>
          </p:cNvSpPr>
          <p:nvPr>
            <p:ph type="title"/>
          </p:nvPr>
        </p:nvSpPr>
        <p:spPr/>
        <p:txBody>
          <a:bodyPr>
            <a:normAutofit/>
          </a:bodyPr>
          <a:lstStyle/>
          <a:p>
            <a:r>
              <a:rPr lang="en-US"/>
              <a:t>Do neurons get effectively removed?</a:t>
            </a:r>
          </a:p>
        </p:txBody>
      </p:sp>
      <p:sp>
        <p:nvSpPr>
          <p:cNvPr id="3" name="Content Placeholder 2">
            <a:extLst>
              <a:ext uri="{FF2B5EF4-FFF2-40B4-BE49-F238E27FC236}">
                <a16:creationId xmlns:a16="http://schemas.microsoft.com/office/drawing/2014/main" id="{B22C576E-D136-E3A9-9DDB-93B252FDE4E2}"/>
              </a:ext>
            </a:extLst>
          </p:cNvPr>
          <p:cNvSpPr>
            <a:spLocks noGrp="1"/>
          </p:cNvSpPr>
          <p:nvPr>
            <p:ph idx="10"/>
          </p:nvPr>
        </p:nvSpPr>
        <p:spPr/>
        <p:txBody>
          <a:bodyPr/>
          <a:lstStyle/>
          <a:p>
            <a:r>
              <a:rPr lang="en-US"/>
              <a:t>Neuron Sparsity: Percentage of pruned weights for each neuron. </a:t>
            </a:r>
          </a:p>
        </p:txBody>
      </p:sp>
      <p:pic>
        <p:nvPicPr>
          <p:cNvPr id="5" name="Content Placeholder 4">
            <a:extLst>
              <a:ext uri="{FF2B5EF4-FFF2-40B4-BE49-F238E27FC236}">
                <a16:creationId xmlns:a16="http://schemas.microsoft.com/office/drawing/2014/main" id="{2E4FB7CB-46B0-933B-59E6-D1759CE88D38}"/>
              </a:ext>
            </a:extLst>
          </p:cNvPr>
          <p:cNvPicPr>
            <a:picLocks noChangeAspect="1"/>
          </p:cNvPicPr>
          <p:nvPr/>
        </p:nvPicPr>
        <p:blipFill>
          <a:blip r:embed="rId2">
            <a:extLst>
              <a:ext uri="{96DAC541-7B7A-43D3-8B79-37D633B846F1}">
                <asvg:svgBlip xmlns:asvg="http://schemas.microsoft.com/office/drawing/2016/SVG/main" r:embed="rId3"/>
              </a:ext>
            </a:extLst>
          </a:blip>
          <a:srcRect l="46275" b="46067"/>
          <a:stretch>
            <a:fillRect/>
          </a:stretch>
        </p:blipFill>
        <p:spPr>
          <a:xfrm>
            <a:off x="2986446" y="2358097"/>
            <a:ext cx="6183630" cy="3892807"/>
          </a:xfrm>
          <a:prstGeom prst="rect">
            <a:avLst/>
          </a:prstGeom>
        </p:spPr>
      </p:pic>
      <p:sp>
        <p:nvSpPr>
          <p:cNvPr id="4" name="Slide Number Placeholder 3">
            <a:extLst>
              <a:ext uri="{FF2B5EF4-FFF2-40B4-BE49-F238E27FC236}">
                <a16:creationId xmlns:a16="http://schemas.microsoft.com/office/drawing/2014/main" id="{F5837D62-85B8-9030-165F-66F33BD9AC56}"/>
              </a:ext>
            </a:extLst>
          </p:cNvPr>
          <p:cNvSpPr>
            <a:spLocks noGrp="1"/>
          </p:cNvSpPr>
          <p:nvPr>
            <p:ph type="sldNum" sz="quarter" idx="11"/>
          </p:nvPr>
        </p:nvSpPr>
        <p:spPr/>
        <p:txBody>
          <a:bodyPr/>
          <a:lstStyle/>
          <a:p>
            <a:fld id="{C6684DFB-8BCD-4B6F-9AA1-83F3BA61DF41}" type="slidenum">
              <a:rPr lang="en-US" smtClean="0"/>
              <a:pPr/>
              <a:t>17</a:t>
            </a:fld>
            <a:endParaRPr lang="en-US"/>
          </a:p>
        </p:txBody>
      </p:sp>
    </p:spTree>
    <p:extLst>
      <p:ext uri="{BB962C8B-B14F-4D97-AF65-F5344CB8AC3E}">
        <p14:creationId xmlns:p14="http://schemas.microsoft.com/office/powerpoint/2010/main" val="28775641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6FB29-5127-1313-B339-BCCCE08897ED}"/>
              </a:ext>
            </a:extLst>
          </p:cNvPr>
          <p:cNvSpPr>
            <a:spLocks noGrp="1"/>
          </p:cNvSpPr>
          <p:nvPr>
            <p:ph type="title"/>
          </p:nvPr>
        </p:nvSpPr>
        <p:spPr>
          <a:xfrm>
            <a:off x="952498" y="376909"/>
            <a:ext cx="10287001" cy="869089"/>
          </a:xfrm>
        </p:spPr>
        <p:txBody>
          <a:bodyPr>
            <a:normAutofit/>
          </a:bodyPr>
          <a:lstStyle/>
          <a:p>
            <a:r>
              <a:rPr lang="en-US"/>
              <a:t>Finding 2: Persistence of Sparse Neurons</a:t>
            </a:r>
          </a:p>
        </p:txBody>
      </p:sp>
      <p:sp>
        <p:nvSpPr>
          <p:cNvPr id="3" name="Content Placeholder 2">
            <a:extLst>
              <a:ext uri="{FF2B5EF4-FFF2-40B4-BE49-F238E27FC236}">
                <a16:creationId xmlns:a16="http://schemas.microsoft.com/office/drawing/2014/main" id="{9D54D421-77DD-3A14-0AE5-693EDB556526}"/>
              </a:ext>
            </a:extLst>
          </p:cNvPr>
          <p:cNvSpPr>
            <a:spLocks noGrp="1"/>
          </p:cNvSpPr>
          <p:nvPr>
            <p:ph idx="10"/>
          </p:nvPr>
        </p:nvSpPr>
        <p:spPr/>
        <p:txBody>
          <a:bodyPr/>
          <a:lstStyle/>
          <a:p>
            <a:r>
              <a:rPr lang="en-US"/>
              <a:t>Even at high </a:t>
            </a:r>
            <a:r>
              <a:rPr lang="en-US" err="1"/>
              <a:t>sparsities</a:t>
            </a:r>
            <a:r>
              <a:rPr lang="en-US"/>
              <a:t> there are </a:t>
            </a:r>
            <a:r>
              <a:rPr lang="en-US" b="1" u="sng"/>
              <a:t>NO</a:t>
            </a:r>
            <a:r>
              <a:rPr lang="en-US"/>
              <a:t> Neurons that are completely removed. </a:t>
            </a:r>
          </a:p>
          <a:p>
            <a:endParaRPr lang="en-US"/>
          </a:p>
          <a:p>
            <a:r>
              <a:rPr lang="en-US"/>
              <a:t>The remaining weights in a neuron undergo larger gradient updates, decreasing the probability of their future removal</a:t>
            </a:r>
          </a:p>
        </p:txBody>
      </p:sp>
      <p:grpSp>
        <p:nvGrpSpPr>
          <p:cNvPr id="11" name="Group 10">
            <a:extLst>
              <a:ext uri="{FF2B5EF4-FFF2-40B4-BE49-F238E27FC236}">
                <a16:creationId xmlns:a16="http://schemas.microsoft.com/office/drawing/2014/main" id="{1D3FE82D-4813-EC15-BB3C-0B1D67B3FFC8}"/>
              </a:ext>
            </a:extLst>
          </p:cNvPr>
          <p:cNvGrpSpPr/>
          <p:nvPr/>
        </p:nvGrpSpPr>
        <p:grpSpPr>
          <a:xfrm>
            <a:off x="1762637" y="1395866"/>
            <a:ext cx="7927901" cy="4480989"/>
            <a:chOff x="1279161" y="1279388"/>
            <a:chExt cx="8211360" cy="4895711"/>
          </a:xfrm>
        </p:grpSpPr>
        <p:grpSp>
          <p:nvGrpSpPr>
            <p:cNvPr id="9" name="Group 8">
              <a:extLst>
                <a:ext uri="{FF2B5EF4-FFF2-40B4-BE49-F238E27FC236}">
                  <a16:creationId xmlns:a16="http://schemas.microsoft.com/office/drawing/2014/main" id="{51ED95EF-CDFB-7C14-23AB-597DAA408C51}"/>
                </a:ext>
              </a:extLst>
            </p:cNvPr>
            <p:cNvGrpSpPr/>
            <p:nvPr/>
          </p:nvGrpSpPr>
          <p:grpSpPr>
            <a:xfrm>
              <a:off x="1279161" y="1648720"/>
              <a:ext cx="8211360" cy="4526379"/>
              <a:chOff x="1782081" y="4385259"/>
              <a:chExt cx="8211360" cy="4526379"/>
            </a:xfrm>
          </p:grpSpPr>
          <p:pic>
            <p:nvPicPr>
              <p:cNvPr id="5" name="Graphic 4">
                <a:extLst>
                  <a:ext uri="{FF2B5EF4-FFF2-40B4-BE49-F238E27FC236}">
                    <a16:creationId xmlns:a16="http://schemas.microsoft.com/office/drawing/2014/main" id="{40228F27-4899-8F50-45C4-ECD007C89DA1}"/>
                  </a:ext>
                </a:extLst>
              </p:cNvPr>
              <p:cNvPicPr>
                <a:picLocks noChangeAspect="1"/>
              </p:cNvPicPr>
              <p:nvPr/>
            </p:nvPicPr>
            <p:blipFill>
              <a:blip r:embed="rId2">
                <a:extLst>
                  <a:ext uri="{96DAC541-7B7A-43D3-8B79-37D633B846F1}">
                    <asvg:svgBlip xmlns:asvg="http://schemas.microsoft.com/office/drawing/2016/SVG/main" r:embed="rId3"/>
                  </a:ext>
                </a:extLst>
              </a:blip>
              <a:srcRect l="2797" t="65370"/>
              <a:stretch>
                <a:fillRect/>
              </a:stretch>
            </p:blipFill>
            <p:spPr>
              <a:xfrm>
                <a:off x="1782081" y="4385259"/>
                <a:ext cx="8211360" cy="4526379"/>
              </a:xfrm>
              <a:prstGeom prst="rect">
                <a:avLst/>
              </a:prstGeom>
            </p:spPr>
          </p:pic>
          <p:cxnSp>
            <p:nvCxnSpPr>
              <p:cNvPr id="6" name="Straight Connector 5">
                <a:extLst>
                  <a:ext uri="{FF2B5EF4-FFF2-40B4-BE49-F238E27FC236}">
                    <a16:creationId xmlns:a16="http://schemas.microsoft.com/office/drawing/2014/main" id="{739A3715-A7E6-6A1F-62DC-5D3C4398181D}"/>
                  </a:ext>
                </a:extLst>
              </p:cNvPr>
              <p:cNvCxnSpPr>
                <a:cxnSpLocks/>
              </p:cNvCxnSpPr>
              <p:nvPr/>
            </p:nvCxnSpPr>
            <p:spPr>
              <a:xfrm>
                <a:off x="2042160" y="4385260"/>
                <a:ext cx="7951281" cy="0"/>
              </a:xfrm>
              <a:prstGeom prst="line">
                <a:avLst/>
              </a:prstGeom>
            </p:spPr>
            <p:style>
              <a:lnRef idx="1">
                <a:schemeClr val="dk1"/>
              </a:lnRef>
              <a:fillRef idx="0">
                <a:schemeClr val="dk1"/>
              </a:fillRef>
              <a:effectRef idx="0">
                <a:schemeClr val="dk1"/>
              </a:effectRef>
              <a:fontRef idx="minor">
                <a:schemeClr val="tx1"/>
              </a:fontRef>
            </p:style>
          </p:cxnSp>
        </p:grpSp>
        <p:sp>
          <p:nvSpPr>
            <p:cNvPr id="10" name="TextBox 9">
              <a:extLst>
                <a:ext uri="{FF2B5EF4-FFF2-40B4-BE49-F238E27FC236}">
                  <a16:creationId xmlns:a16="http://schemas.microsoft.com/office/drawing/2014/main" id="{DED54570-FCEB-7501-0903-DA18D8FEA643}"/>
                </a:ext>
              </a:extLst>
            </p:cNvPr>
            <p:cNvSpPr txBox="1"/>
            <p:nvPr/>
          </p:nvSpPr>
          <p:spPr>
            <a:xfrm>
              <a:off x="4516048" y="1279388"/>
              <a:ext cx="1997663" cy="369332"/>
            </a:xfrm>
            <a:prstGeom prst="rect">
              <a:avLst/>
            </a:prstGeom>
            <a:noFill/>
          </p:spPr>
          <p:txBody>
            <a:bodyPr wrap="none" rtlCol="0">
              <a:spAutoFit/>
            </a:bodyPr>
            <a:lstStyle/>
            <a:p>
              <a:r>
                <a:rPr lang="en-US"/>
                <a:t>ResNet20 Cifar10</a:t>
              </a:r>
            </a:p>
          </p:txBody>
        </p:sp>
      </p:grpSp>
      <p:sp>
        <p:nvSpPr>
          <p:cNvPr id="4" name="Rectangle 3">
            <a:extLst>
              <a:ext uri="{FF2B5EF4-FFF2-40B4-BE49-F238E27FC236}">
                <a16:creationId xmlns:a16="http://schemas.microsoft.com/office/drawing/2014/main" id="{75A02358-CB94-3C8D-5DA2-7BB9161784E4}"/>
              </a:ext>
            </a:extLst>
          </p:cNvPr>
          <p:cNvSpPr/>
          <p:nvPr/>
        </p:nvSpPr>
        <p:spPr>
          <a:xfrm>
            <a:off x="1650124" y="5381297"/>
            <a:ext cx="367862" cy="56230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6B48A6D8-330A-AA76-A503-4416E5A53FFC}"/>
              </a:ext>
            </a:extLst>
          </p:cNvPr>
          <p:cNvGrpSpPr/>
          <p:nvPr/>
        </p:nvGrpSpPr>
        <p:grpSpPr>
          <a:xfrm>
            <a:off x="1949322" y="5851019"/>
            <a:ext cx="7760039" cy="383472"/>
            <a:chOff x="1849819" y="5648308"/>
            <a:chExt cx="7760039" cy="383472"/>
          </a:xfrm>
        </p:grpSpPr>
        <p:sp>
          <p:nvSpPr>
            <p:cNvPr id="7" name="Arrow: Right 6">
              <a:extLst>
                <a:ext uri="{FF2B5EF4-FFF2-40B4-BE49-F238E27FC236}">
                  <a16:creationId xmlns:a16="http://schemas.microsoft.com/office/drawing/2014/main" id="{DB54C471-2D4C-AD12-AD3A-2075A17E1C46}"/>
                </a:ext>
              </a:extLst>
            </p:cNvPr>
            <p:cNvSpPr/>
            <p:nvPr/>
          </p:nvSpPr>
          <p:spPr>
            <a:xfrm>
              <a:off x="2697454" y="5699864"/>
              <a:ext cx="5780690" cy="29089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E11B671-B661-A084-BAF6-B66DC2728DD4}"/>
                </a:ext>
              </a:extLst>
            </p:cNvPr>
            <p:cNvSpPr txBox="1"/>
            <p:nvPr/>
          </p:nvSpPr>
          <p:spPr>
            <a:xfrm>
              <a:off x="8558824" y="5662448"/>
              <a:ext cx="1051034" cy="369332"/>
            </a:xfrm>
            <a:prstGeom prst="rect">
              <a:avLst/>
            </a:prstGeom>
            <a:noFill/>
          </p:spPr>
          <p:txBody>
            <a:bodyPr wrap="square" rtlCol="0">
              <a:spAutoFit/>
            </a:bodyPr>
            <a:lstStyle/>
            <a:p>
              <a:r>
                <a:rPr lang="en-US"/>
                <a:t>Deeper</a:t>
              </a:r>
            </a:p>
          </p:txBody>
        </p:sp>
        <p:sp>
          <p:nvSpPr>
            <p:cNvPr id="12" name="TextBox 11">
              <a:extLst>
                <a:ext uri="{FF2B5EF4-FFF2-40B4-BE49-F238E27FC236}">
                  <a16:creationId xmlns:a16="http://schemas.microsoft.com/office/drawing/2014/main" id="{DC5E21EA-6CD0-78D7-CA30-37019399360A}"/>
                </a:ext>
              </a:extLst>
            </p:cNvPr>
            <p:cNvSpPr txBox="1"/>
            <p:nvPr/>
          </p:nvSpPr>
          <p:spPr>
            <a:xfrm>
              <a:off x="1849819" y="5648308"/>
              <a:ext cx="1051034" cy="369332"/>
            </a:xfrm>
            <a:prstGeom prst="rect">
              <a:avLst/>
            </a:prstGeom>
            <a:noFill/>
          </p:spPr>
          <p:txBody>
            <a:bodyPr wrap="square" rtlCol="0">
              <a:spAutoFit/>
            </a:bodyPr>
            <a:lstStyle/>
            <a:p>
              <a:r>
                <a:rPr lang="en-US"/>
                <a:t>Earlier</a:t>
              </a:r>
            </a:p>
          </p:txBody>
        </p:sp>
      </p:grpSp>
      <p:grpSp>
        <p:nvGrpSpPr>
          <p:cNvPr id="16" name="Group 15">
            <a:extLst>
              <a:ext uri="{FF2B5EF4-FFF2-40B4-BE49-F238E27FC236}">
                <a16:creationId xmlns:a16="http://schemas.microsoft.com/office/drawing/2014/main" id="{95F7E7C9-1038-187D-E502-AD3C68292E62}"/>
              </a:ext>
            </a:extLst>
          </p:cNvPr>
          <p:cNvGrpSpPr/>
          <p:nvPr/>
        </p:nvGrpSpPr>
        <p:grpSpPr>
          <a:xfrm>
            <a:off x="585329" y="1821445"/>
            <a:ext cx="1544478" cy="2748104"/>
            <a:chOff x="990398" y="1788438"/>
            <a:chExt cx="1544478" cy="2748104"/>
          </a:xfrm>
        </p:grpSpPr>
        <p:sp>
          <p:nvSpPr>
            <p:cNvPr id="13" name="Arrow: Up 12">
              <a:extLst>
                <a:ext uri="{FF2B5EF4-FFF2-40B4-BE49-F238E27FC236}">
                  <a16:creationId xmlns:a16="http://schemas.microsoft.com/office/drawing/2014/main" id="{153D123A-E1A9-B2F6-4451-03CB424FEEAC}"/>
                </a:ext>
              </a:extLst>
            </p:cNvPr>
            <p:cNvSpPr/>
            <p:nvPr/>
          </p:nvSpPr>
          <p:spPr>
            <a:xfrm>
              <a:off x="1534510" y="2123090"/>
              <a:ext cx="228127" cy="1996965"/>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D03B9620-ED79-22E2-B077-B0D691978560}"/>
                </a:ext>
              </a:extLst>
            </p:cNvPr>
            <p:cNvSpPr txBox="1"/>
            <p:nvPr/>
          </p:nvSpPr>
          <p:spPr>
            <a:xfrm>
              <a:off x="990398" y="1788438"/>
              <a:ext cx="1544478" cy="369332"/>
            </a:xfrm>
            <a:prstGeom prst="rect">
              <a:avLst/>
            </a:prstGeom>
            <a:noFill/>
          </p:spPr>
          <p:txBody>
            <a:bodyPr wrap="square" rtlCol="0">
              <a:spAutoFit/>
            </a:bodyPr>
            <a:lstStyle/>
            <a:p>
              <a:r>
                <a:rPr lang="en-US"/>
                <a:t>More sparse</a:t>
              </a:r>
            </a:p>
          </p:txBody>
        </p:sp>
        <p:sp>
          <p:nvSpPr>
            <p:cNvPr id="15" name="TextBox 14">
              <a:extLst>
                <a:ext uri="{FF2B5EF4-FFF2-40B4-BE49-F238E27FC236}">
                  <a16:creationId xmlns:a16="http://schemas.microsoft.com/office/drawing/2014/main" id="{867353BE-CEFC-7D94-2F73-BB57A3F818C1}"/>
                </a:ext>
              </a:extLst>
            </p:cNvPr>
            <p:cNvSpPr txBox="1"/>
            <p:nvPr/>
          </p:nvSpPr>
          <p:spPr>
            <a:xfrm>
              <a:off x="990398" y="4167210"/>
              <a:ext cx="1544478" cy="369332"/>
            </a:xfrm>
            <a:prstGeom prst="rect">
              <a:avLst/>
            </a:prstGeom>
            <a:noFill/>
          </p:spPr>
          <p:txBody>
            <a:bodyPr wrap="square" rtlCol="0">
              <a:spAutoFit/>
            </a:bodyPr>
            <a:lstStyle/>
            <a:p>
              <a:r>
                <a:rPr lang="en-US"/>
                <a:t>Less sparse</a:t>
              </a:r>
            </a:p>
          </p:txBody>
        </p:sp>
      </p:grpSp>
      <p:sp>
        <p:nvSpPr>
          <p:cNvPr id="20" name="Block Arc 19">
            <a:extLst>
              <a:ext uri="{FF2B5EF4-FFF2-40B4-BE49-F238E27FC236}">
                <a16:creationId xmlns:a16="http://schemas.microsoft.com/office/drawing/2014/main" id="{EB8D041D-7E86-8745-8EEB-01DDFE805735}"/>
              </a:ext>
            </a:extLst>
          </p:cNvPr>
          <p:cNvSpPr/>
          <p:nvPr/>
        </p:nvSpPr>
        <p:spPr>
          <a:xfrm rot="10800000">
            <a:off x="3200399" y="2879031"/>
            <a:ext cx="2305050" cy="549969"/>
          </a:xfrm>
          <a:prstGeom prst="blockArc">
            <a:avLst>
              <a:gd name="adj1" fmla="val 10875960"/>
              <a:gd name="adj2" fmla="val 0"/>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 name="Block Arc 20">
            <a:extLst>
              <a:ext uri="{FF2B5EF4-FFF2-40B4-BE49-F238E27FC236}">
                <a16:creationId xmlns:a16="http://schemas.microsoft.com/office/drawing/2014/main" id="{3FBD9C65-68FB-223B-AC2A-5DC6B0245ED5}"/>
              </a:ext>
            </a:extLst>
          </p:cNvPr>
          <p:cNvSpPr/>
          <p:nvPr/>
        </p:nvSpPr>
        <p:spPr>
          <a:xfrm rot="10800000">
            <a:off x="5785650" y="2517583"/>
            <a:ext cx="2061677" cy="549945"/>
          </a:xfrm>
          <a:prstGeom prst="blockArc">
            <a:avLst>
              <a:gd name="adj1" fmla="val 10875960"/>
              <a:gd name="adj2" fmla="val 0"/>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Block Arc 21">
            <a:extLst>
              <a:ext uri="{FF2B5EF4-FFF2-40B4-BE49-F238E27FC236}">
                <a16:creationId xmlns:a16="http://schemas.microsoft.com/office/drawing/2014/main" id="{FB278F12-77A5-5422-11D4-DEF20EDC208B}"/>
              </a:ext>
            </a:extLst>
          </p:cNvPr>
          <p:cNvSpPr/>
          <p:nvPr/>
        </p:nvSpPr>
        <p:spPr>
          <a:xfrm rot="10800000">
            <a:off x="8196747" y="2157770"/>
            <a:ext cx="1242527" cy="549910"/>
          </a:xfrm>
          <a:prstGeom prst="blockArc">
            <a:avLst>
              <a:gd name="adj1" fmla="val 10875960"/>
              <a:gd name="adj2" fmla="val 0"/>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Rectangle 22">
            <a:extLst>
              <a:ext uri="{FF2B5EF4-FFF2-40B4-BE49-F238E27FC236}">
                <a16:creationId xmlns:a16="http://schemas.microsoft.com/office/drawing/2014/main" id="{30B7DCBB-7AB6-663E-9589-AE6DF42F9058}"/>
              </a:ext>
            </a:extLst>
          </p:cNvPr>
          <p:cNvSpPr/>
          <p:nvPr/>
        </p:nvSpPr>
        <p:spPr>
          <a:xfrm>
            <a:off x="9141804" y="1828800"/>
            <a:ext cx="367943" cy="54991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lide Number Placeholder 17">
            <a:extLst>
              <a:ext uri="{FF2B5EF4-FFF2-40B4-BE49-F238E27FC236}">
                <a16:creationId xmlns:a16="http://schemas.microsoft.com/office/drawing/2014/main" id="{A2DDB466-0349-510E-845F-57F9DBA1CB3D}"/>
              </a:ext>
            </a:extLst>
          </p:cNvPr>
          <p:cNvSpPr>
            <a:spLocks noGrp="1"/>
          </p:cNvSpPr>
          <p:nvPr>
            <p:ph type="sldNum" sz="quarter" idx="11"/>
          </p:nvPr>
        </p:nvSpPr>
        <p:spPr/>
        <p:txBody>
          <a:bodyPr/>
          <a:lstStyle/>
          <a:p>
            <a:fld id="{C6684DFB-8BCD-4B6F-9AA1-83F3BA61DF41}" type="slidenum">
              <a:rPr lang="en-US" smtClean="0"/>
              <a:pPr/>
              <a:t>18</a:t>
            </a:fld>
            <a:endParaRPr lang="en-US"/>
          </a:p>
        </p:txBody>
      </p:sp>
      <p:sp>
        <p:nvSpPr>
          <p:cNvPr id="19" name="Rectangle 18">
            <a:extLst>
              <a:ext uri="{FF2B5EF4-FFF2-40B4-BE49-F238E27FC236}">
                <a16:creationId xmlns:a16="http://schemas.microsoft.com/office/drawing/2014/main" id="{8F695221-91B9-6BA0-A610-52653581E27E}"/>
              </a:ext>
            </a:extLst>
          </p:cNvPr>
          <p:cNvSpPr/>
          <p:nvPr/>
        </p:nvSpPr>
        <p:spPr>
          <a:xfrm>
            <a:off x="7838066" y="2805432"/>
            <a:ext cx="414330" cy="112956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72A2BEC-D078-37E4-C0EA-9F32F6D8662C}"/>
              </a:ext>
            </a:extLst>
          </p:cNvPr>
          <p:cNvSpPr/>
          <p:nvPr/>
        </p:nvSpPr>
        <p:spPr>
          <a:xfrm>
            <a:off x="5580525" y="2879031"/>
            <a:ext cx="414330" cy="112956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74627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uiExpand="1" build="p"/>
      <p:bldP spid="20" grpId="0" animBg="1"/>
      <p:bldP spid="21" grpId="0" animBg="1"/>
      <p:bldP spid="22" grpId="0" animBg="1"/>
      <p:bldP spid="23" grpId="0" animBg="1"/>
      <p:bldP spid="19" grpId="0" animBg="1"/>
      <p:bldP spid="2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26E03-8D4E-5E6E-ABA9-5BE2025FCEE9}"/>
              </a:ext>
            </a:extLst>
          </p:cNvPr>
          <p:cNvSpPr>
            <a:spLocks noGrp="1"/>
          </p:cNvSpPr>
          <p:nvPr>
            <p:ph type="title"/>
          </p:nvPr>
        </p:nvSpPr>
        <p:spPr/>
        <p:txBody>
          <a:bodyPr>
            <a:normAutofit/>
          </a:bodyPr>
          <a:lstStyle/>
          <a:p>
            <a:r>
              <a:rPr lang="en-US"/>
              <a:t>How important are the remaining Neurons?</a:t>
            </a:r>
          </a:p>
        </p:txBody>
      </p:sp>
      <p:sp>
        <p:nvSpPr>
          <p:cNvPr id="3" name="Content Placeholder 2">
            <a:extLst>
              <a:ext uri="{FF2B5EF4-FFF2-40B4-BE49-F238E27FC236}">
                <a16:creationId xmlns:a16="http://schemas.microsoft.com/office/drawing/2014/main" id="{AB1B0304-523E-04CC-E2D3-13B418219D95}"/>
              </a:ext>
            </a:extLst>
          </p:cNvPr>
          <p:cNvSpPr>
            <a:spLocks noGrp="1"/>
          </p:cNvSpPr>
          <p:nvPr>
            <p:ph idx="10"/>
          </p:nvPr>
        </p:nvSpPr>
        <p:spPr/>
        <p:txBody>
          <a:bodyPr/>
          <a:lstStyle/>
          <a:p>
            <a:r>
              <a:rPr lang="en-US"/>
              <a:t>How much impact do remaining weights have on accuracy?</a:t>
            </a:r>
          </a:p>
          <a:p>
            <a:pPr marL="0" indent="0">
              <a:buNone/>
            </a:pPr>
            <a:endParaRPr lang="en-US"/>
          </a:p>
        </p:txBody>
      </p:sp>
      <p:pic>
        <p:nvPicPr>
          <p:cNvPr id="4" name="Content Placeholder 4">
            <a:extLst>
              <a:ext uri="{FF2B5EF4-FFF2-40B4-BE49-F238E27FC236}">
                <a16:creationId xmlns:a16="http://schemas.microsoft.com/office/drawing/2014/main" id="{CDA0B82A-0D86-34E4-84DD-F741FF4F5D3F}"/>
              </a:ext>
            </a:extLst>
          </p:cNvPr>
          <p:cNvPicPr>
            <a:picLocks noChangeAspect="1"/>
          </p:cNvPicPr>
          <p:nvPr/>
        </p:nvPicPr>
        <p:blipFill>
          <a:blip r:embed="rId2">
            <a:extLst>
              <a:ext uri="{96DAC541-7B7A-43D3-8B79-37D633B846F1}">
                <asvg:svgBlip xmlns:asvg="http://schemas.microsoft.com/office/drawing/2016/SVG/main" r:embed="rId3"/>
              </a:ext>
            </a:extLst>
          </a:blip>
          <a:srcRect t="52969" r="53120"/>
          <a:stretch>
            <a:fillRect/>
          </a:stretch>
        </p:blipFill>
        <p:spPr>
          <a:xfrm>
            <a:off x="3218449" y="2345285"/>
            <a:ext cx="5719624" cy="3598315"/>
          </a:xfrm>
          <a:prstGeom prst="rect">
            <a:avLst/>
          </a:prstGeom>
        </p:spPr>
      </p:pic>
      <p:sp>
        <p:nvSpPr>
          <p:cNvPr id="5" name="Slide Number Placeholder 4">
            <a:extLst>
              <a:ext uri="{FF2B5EF4-FFF2-40B4-BE49-F238E27FC236}">
                <a16:creationId xmlns:a16="http://schemas.microsoft.com/office/drawing/2014/main" id="{861C7DF7-5556-D442-D5F8-3B3E5FBFB31C}"/>
              </a:ext>
            </a:extLst>
          </p:cNvPr>
          <p:cNvSpPr>
            <a:spLocks noGrp="1"/>
          </p:cNvSpPr>
          <p:nvPr>
            <p:ph type="sldNum" sz="quarter" idx="11"/>
          </p:nvPr>
        </p:nvSpPr>
        <p:spPr/>
        <p:txBody>
          <a:bodyPr/>
          <a:lstStyle/>
          <a:p>
            <a:fld id="{C6684DFB-8BCD-4B6F-9AA1-83F3BA61DF41}" type="slidenum">
              <a:rPr lang="en-US" smtClean="0"/>
              <a:pPr/>
              <a:t>19</a:t>
            </a:fld>
            <a:endParaRPr lang="en-US"/>
          </a:p>
        </p:txBody>
      </p:sp>
    </p:spTree>
    <p:extLst>
      <p:ext uri="{BB962C8B-B14F-4D97-AF65-F5344CB8AC3E}">
        <p14:creationId xmlns:p14="http://schemas.microsoft.com/office/powerpoint/2010/main" val="5709422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37AA3-E982-CD20-2ED1-349F0A854D5F}"/>
              </a:ext>
            </a:extLst>
          </p:cNvPr>
          <p:cNvSpPr>
            <a:spLocks noGrp="1"/>
          </p:cNvSpPr>
          <p:nvPr>
            <p:ph type="title"/>
          </p:nvPr>
        </p:nvSpPr>
        <p:spPr/>
        <p:txBody>
          <a:bodyPr/>
          <a:lstStyle/>
          <a:p>
            <a:r>
              <a:rPr lang="en-US" dirty="0"/>
              <a:t>Finding 3: Stable Neuron-Level Sensitivity</a:t>
            </a:r>
          </a:p>
        </p:txBody>
      </p:sp>
      <p:sp>
        <p:nvSpPr>
          <p:cNvPr id="3" name="Content Placeholder 2">
            <a:extLst>
              <a:ext uri="{FF2B5EF4-FFF2-40B4-BE49-F238E27FC236}">
                <a16:creationId xmlns:a16="http://schemas.microsoft.com/office/drawing/2014/main" id="{B8378490-5E1A-858D-32BB-7A2533E1A67A}"/>
              </a:ext>
            </a:extLst>
          </p:cNvPr>
          <p:cNvSpPr>
            <a:spLocks noGrp="1"/>
          </p:cNvSpPr>
          <p:nvPr>
            <p:ph idx="10"/>
          </p:nvPr>
        </p:nvSpPr>
        <p:spPr>
          <a:xfrm>
            <a:off x="952499" y="1686757"/>
            <a:ext cx="5143502" cy="4256843"/>
          </a:xfrm>
        </p:spPr>
        <p:txBody>
          <a:bodyPr/>
          <a:lstStyle/>
          <a:p>
            <a:r>
              <a:rPr lang="en-US" dirty="0"/>
              <a:t>Neuron Zeroing: Ablation study of each neuron for change in accuracy.</a:t>
            </a:r>
          </a:p>
          <a:p>
            <a:endParaRPr lang="en-US" dirty="0"/>
          </a:p>
          <a:p>
            <a:r>
              <a:rPr lang="en-US" dirty="0"/>
              <a:t>As stages/neurons get more sparse – their impact grows.</a:t>
            </a:r>
          </a:p>
        </p:txBody>
      </p:sp>
      <p:pic>
        <p:nvPicPr>
          <p:cNvPr id="5" name="Picture 4">
            <a:extLst>
              <a:ext uri="{FF2B5EF4-FFF2-40B4-BE49-F238E27FC236}">
                <a16:creationId xmlns:a16="http://schemas.microsoft.com/office/drawing/2014/main" id="{FBFF2942-3D48-4572-766F-63419D41C6DC}"/>
              </a:ext>
            </a:extLst>
          </p:cNvPr>
          <p:cNvPicPr>
            <a:picLocks noChangeAspect="1"/>
          </p:cNvPicPr>
          <p:nvPr/>
        </p:nvPicPr>
        <p:blipFill>
          <a:blip r:embed="rId3"/>
          <a:srcRect l="-1" r="47753"/>
          <a:stretch>
            <a:fillRect/>
          </a:stretch>
        </p:blipFill>
        <p:spPr>
          <a:xfrm>
            <a:off x="6642538" y="0"/>
            <a:ext cx="5174981" cy="6396888"/>
          </a:xfrm>
          <a:prstGeom prst="rect">
            <a:avLst/>
          </a:prstGeom>
        </p:spPr>
      </p:pic>
      <p:cxnSp>
        <p:nvCxnSpPr>
          <p:cNvPr id="7" name="Straight Connector 6">
            <a:extLst>
              <a:ext uri="{FF2B5EF4-FFF2-40B4-BE49-F238E27FC236}">
                <a16:creationId xmlns:a16="http://schemas.microsoft.com/office/drawing/2014/main" id="{DFE404BE-0ABE-661A-51C0-690D84AE9F8C}"/>
              </a:ext>
            </a:extLst>
          </p:cNvPr>
          <p:cNvCxnSpPr/>
          <p:nvPr/>
        </p:nvCxnSpPr>
        <p:spPr>
          <a:xfrm>
            <a:off x="7493876" y="1344337"/>
            <a:ext cx="45720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99D380E-99F5-2747-3A4E-A1A7903E452D}"/>
              </a:ext>
            </a:extLst>
          </p:cNvPr>
          <p:cNvCxnSpPr/>
          <p:nvPr/>
        </p:nvCxnSpPr>
        <p:spPr>
          <a:xfrm>
            <a:off x="7456705" y="3598423"/>
            <a:ext cx="45720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FFD7678-55DF-3944-1600-C791BA76CA2F}"/>
              </a:ext>
            </a:extLst>
          </p:cNvPr>
          <p:cNvCxnSpPr/>
          <p:nvPr/>
        </p:nvCxnSpPr>
        <p:spPr>
          <a:xfrm>
            <a:off x="7456705" y="5638326"/>
            <a:ext cx="45720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42432EF3-E0C7-FAD4-D75A-EF86C2E33134}"/>
              </a:ext>
            </a:extLst>
          </p:cNvPr>
          <p:cNvGrpSpPr/>
          <p:nvPr/>
        </p:nvGrpSpPr>
        <p:grpSpPr>
          <a:xfrm>
            <a:off x="10874829" y="252255"/>
            <a:ext cx="1317169" cy="6003974"/>
            <a:chOff x="10984706" y="252255"/>
            <a:chExt cx="1207292" cy="6605744"/>
          </a:xfrm>
        </p:grpSpPr>
        <p:sp>
          <p:nvSpPr>
            <p:cNvPr id="11" name="Rectangle 10">
              <a:extLst>
                <a:ext uri="{FF2B5EF4-FFF2-40B4-BE49-F238E27FC236}">
                  <a16:creationId xmlns:a16="http://schemas.microsoft.com/office/drawing/2014/main" id="{6BDCFC46-D060-7DF4-F51D-DE5AC1DDC3AF}"/>
                </a:ext>
              </a:extLst>
            </p:cNvPr>
            <p:cNvSpPr/>
            <p:nvPr/>
          </p:nvSpPr>
          <p:spPr>
            <a:xfrm>
              <a:off x="11109433" y="252255"/>
              <a:ext cx="1082565" cy="66057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B09A01B1-3296-EB28-C826-F5857F20C9B5}"/>
                </a:ext>
              </a:extLst>
            </p:cNvPr>
            <p:cNvPicPr>
              <a:picLocks noChangeAspect="1"/>
            </p:cNvPicPr>
            <p:nvPr/>
          </p:nvPicPr>
          <p:blipFill>
            <a:blip r:embed="rId4"/>
            <a:stretch>
              <a:fillRect/>
            </a:stretch>
          </p:blipFill>
          <p:spPr>
            <a:xfrm>
              <a:off x="10984706" y="6498431"/>
              <a:ext cx="117581" cy="202440"/>
            </a:xfrm>
            <a:prstGeom prst="rect">
              <a:avLst/>
            </a:prstGeom>
          </p:spPr>
        </p:pic>
      </p:grpSp>
      <p:sp>
        <p:nvSpPr>
          <p:cNvPr id="19" name="Arrow: Right 18">
            <a:extLst>
              <a:ext uri="{FF2B5EF4-FFF2-40B4-BE49-F238E27FC236}">
                <a16:creationId xmlns:a16="http://schemas.microsoft.com/office/drawing/2014/main" id="{88FFC091-EF76-1D92-173A-CBFF0EEFE2DF}"/>
              </a:ext>
            </a:extLst>
          </p:cNvPr>
          <p:cNvSpPr/>
          <p:nvPr/>
        </p:nvSpPr>
        <p:spPr>
          <a:xfrm>
            <a:off x="7847294" y="5985343"/>
            <a:ext cx="2890345" cy="1663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EDFB10DD-EEEA-C7AB-D077-C7108C0CC26C}"/>
              </a:ext>
            </a:extLst>
          </p:cNvPr>
          <p:cNvSpPr>
            <a:spLocks noGrp="1"/>
          </p:cNvSpPr>
          <p:nvPr>
            <p:ph type="sldNum" sz="quarter" idx="11"/>
          </p:nvPr>
        </p:nvSpPr>
        <p:spPr/>
        <p:txBody>
          <a:bodyPr/>
          <a:lstStyle/>
          <a:p>
            <a:fld id="{C6684DFB-8BCD-4B6F-9AA1-83F3BA61DF41}" type="slidenum">
              <a:rPr lang="en-US" smtClean="0"/>
              <a:pPr/>
              <a:t>20</a:t>
            </a:fld>
            <a:endParaRPr lang="en-US"/>
          </a:p>
        </p:txBody>
      </p:sp>
    </p:spTree>
    <p:extLst>
      <p:ext uri="{BB962C8B-B14F-4D97-AF65-F5344CB8AC3E}">
        <p14:creationId xmlns:p14="http://schemas.microsoft.com/office/powerpoint/2010/main" val="2517545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142ED-A280-FCA4-A182-241324B945BB}"/>
              </a:ext>
            </a:extLst>
          </p:cNvPr>
          <p:cNvSpPr>
            <a:spLocks noGrp="1"/>
          </p:cNvSpPr>
          <p:nvPr>
            <p:ph type="title"/>
          </p:nvPr>
        </p:nvSpPr>
        <p:spPr>
          <a:xfrm>
            <a:off x="952499" y="378255"/>
            <a:ext cx="10287001" cy="869089"/>
          </a:xfrm>
        </p:spPr>
        <p:txBody>
          <a:bodyPr>
            <a:normAutofit fontScale="90000"/>
          </a:bodyPr>
          <a:lstStyle/>
          <a:p>
            <a:r>
              <a:rPr lang="en-US"/>
              <a:t>How stable are activations and representations under pruning?</a:t>
            </a:r>
          </a:p>
        </p:txBody>
      </p:sp>
      <p:sp>
        <p:nvSpPr>
          <p:cNvPr id="3" name="Content Placeholder 2">
            <a:extLst>
              <a:ext uri="{FF2B5EF4-FFF2-40B4-BE49-F238E27FC236}">
                <a16:creationId xmlns:a16="http://schemas.microsoft.com/office/drawing/2014/main" id="{055CD434-65AD-5BA1-E82C-7C1D41D2E45C}"/>
              </a:ext>
            </a:extLst>
          </p:cNvPr>
          <p:cNvSpPr>
            <a:spLocks noGrp="1"/>
          </p:cNvSpPr>
          <p:nvPr>
            <p:ph idx="10"/>
          </p:nvPr>
        </p:nvSpPr>
        <p:spPr/>
        <p:txBody>
          <a:bodyPr/>
          <a:lstStyle/>
          <a:p>
            <a:r>
              <a:rPr lang="en-US"/>
              <a:t>Does the original model and the pruned model “see” the same things?</a:t>
            </a:r>
          </a:p>
          <a:p>
            <a:pPr marL="0" indent="0">
              <a:buNone/>
            </a:pPr>
            <a:endParaRPr lang="en-US"/>
          </a:p>
        </p:txBody>
      </p:sp>
      <p:pic>
        <p:nvPicPr>
          <p:cNvPr id="4" name="Content Placeholder 4">
            <a:extLst>
              <a:ext uri="{FF2B5EF4-FFF2-40B4-BE49-F238E27FC236}">
                <a16:creationId xmlns:a16="http://schemas.microsoft.com/office/drawing/2014/main" id="{8D31D10A-086A-2B89-7FE6-A5E9FB602101}"/>
              </a:ext>
            </a:extLst>
          </p:cNvPr>
          <p:cNvPicPr>
            <a:picLocks noChangeAspect="1"/>
          </p:cNvPicPr>
          <p:nvPr/>
        </p:nvPicPr>
        <p:blipFill>
          <a:blip r:embed="rId2">
            <a:extLst>
              <a:ext uri="{96DAC541-7B7A-43D3-8B79-37D633B846F1}">
                <asvg:svgBlip xmlns:asvg="http://schemas.microsoft.com/office/drawing/2016/SVG/main" r:embed="rId3"/>
              </a:ext>
            </a:extLst>
          </a:blip>
          <a:srcRect l="46427" t="53211"/>
          <a:stretch>
            <a:fillRect/>
          </a:stretch>
        </p:blipFill>
        <p:spPr>
          <a:xfrm>
            <a:off x="2834640" y="2803394"/>
            <a:ext cx="6115050" cy="3349157"/>
          </a:xfrm>
          <a:prstGeom prst="rect">
            <a:avLst/>
          </a:prstGeom>
        </p:spPr>
      </p:pic>
      <p:sp>
        <p:nvSpPr>
          <p:cNvPr id="5" name="Slide Number Placeholder 4">
            <a:extLst>
              <a:ext uri="{FF2B5EF4-FFF2-40B4-BE49-F238E27FC236}">
                <a16:creationId xmlns:a16="http://schemas.microsoft.com/office/drawing/2014/main" id="{D2D3FBE4-261E-ED6D-EB87-66E1E556000F}"/>
              </a:ext>
            </a:extLst>
          </p:cNvPr>
          <p:cNvSpPr>
            <a:spLocks noGrp="1"/>
          </p:cNvSpPr>
          <p:nvPr>
            <p:ph type="sldNum" sz="quarter" idx="11"/>
          </p:nvPr>
        </p:nvSpPr>
        <p:spPr/>
        <p:txBody>
          <a:bodyPr/>
          <a:lstStyle/>
          <a:p>
            <a:fld id="{C6684DFB-8BCD-4B6F-9AA1-83F3BA61DF41}" type="slidenum">
              <a:rPr lang="en-US" smtClean="0"/>
              <a:pPr/>
              <a:t>21</a:t>
            </a:fld>
            <a:endParaRPr lang="en-US"/>
          </a:p>
        </p:txBody>
      </p:sp>
    </p:spTree>
    <p:extLst>
      <p:ext uri="{BB962C8B-B14F-4D97-AF65-F5344CB8AC3E}">
        <p14:creationId xmlns:p14="http://schemas.microsoft.com/office/powerpoint/2010/main" val="27496233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E05C8-3508-239D-14D7-A1E09C7EA96E}"/>
              </a:ext>
            </a:extLst>
          </p:cNvPr>
          <p:cNvSpPr>
            <a:spLocks noGrp="1"/>
          </p:cNvSpPr>
          <p:nvPr>
            <p:ph type="title"/>
          </p:nvPr>
        </p:nvSpPr>
        <p:spPr>
          <a:xfrm>
            <a:off x="952499" y="526777"/>
            <a:ext cx="10629901" cy="869089"/>
          </a:xfrm>
        </p:spPr>
        <p:txBody>
          <a:bodyPr>
            <a:normAutofit fontScale="90000"/>
          </a:bodyPr>
          <a:lstStyle/>
          <a:p>
            <a:r>
              <a:rPr lang="en-US"/>
              <a:t>Finding 4: Preservation of Feature Representations</a:t>
            </a:r>
          </a:p>
        </p:txBody>
      </p:sp>
      <p:sp>
        <p:nvSpPr>
          <p:cNvPr id="3" name="Content Placeholder 2">
            <a:extLst>
              <a:ext uri="{FF2B5EF4-FFF2-40B4-BE49-F238E27FC236}">
                <a16:creationId xmlns:a16="http://schemas.microsoft.com/office/drawing/2014/main" id="{5B7A0739-5885-A88C-F160-E34C1A2095F3}"/>
              </a:ext>
            </a:extLst>
          </p:cNvPr>
          <p:cNvSpPr>
            <a:spLocks noGrp="1"/>
          </p:cNvSpPr>
          <p:nvPr>
            <p:ph idx="10"/>
          </p:nvPr>
        </p:nvSpPr>
        <p:spPr/>
        <p:txBody>
          <a:bodyPr/>
          <a:lstStyle/>
          <a:p>
            <a:r>
              <a:rPr lang="en-US"/>
              <a:t>The activations of a pruned model are similar to the original model.</a:t>
            </a:r>
          </a:p>
          <a:p>
            <a:endParaRPr lang="en-US"/>
          </a:p>
          <a:p>
            <a:r>
              <a:rPr lang="en-US"/>
              <a:t>IMP minimally perturbs activation patterns throughout pruning.</a:t>
            </a:r>
          </a:p>
        </p:txBody>
      </p:sp>
      <p:pic>
        <p:nvPicPr>
          <p:cNvPr id="5" name="Graphic 4">
            <a:extLst>
              <a:ext uri="{FF2B5EF4-FFF2-40B4-BE49-F238E27FC236}">
                <a16:creationId xmlns:a16="http://schemas.microsoft.com/office/drawing/2014/main" id="{242E5CB8-6FC3-0A81-CCDC-B7CAA8ACACFC}"/>
              </a:ext>
            </a:extLst>
          </p:cNvPr>
          <p:cNvPicPr>
            <a:picLocks noChangeAspect="1"/>
          </p:cNvPicPr>
          <p:nvPr/>
        </p:nvPicPr>
        <p:blipFill>
          <a:blip r:embed="rId2">
            <a:extLst>
              <a:ext uri="{96DAC541-7B7A-43D3-8B79-37D633B846F1}">
                <asvg:svgBlip xmlns:asvg="http://schemas.microsoft.com/office/drawing/2016/SVG/main" r:embed="rId3"/>
              </a:ext>
            </a:extLst>
          </a:blip>
          <a:srcRect r="47930" b="53819"/>
          <a:stretch>
            <a:fillRect/>
          </a:stretch>
        </p:blipFill>
        <p:spPr>
          <a:xfrm>
            <a:off x="1963617" y="1456224"/>
            <a:ext cx="8229288" cy="4086669"/>
          </a:xfrm>
          <a:prstGeom prst="rect">
            <a:avLst/>
          </a:prstGeom>
        </p:spPr>
      </p:pic>
      <p:sp>
        <p:nvSpPr>
          <p:cNvPr id="4" name="Arrow: Right 3">
            <a:extLst>
              <a:ext uri="{FF2B5EF4-FFF2-40B4-BE49-F238E27FC236}">
                <a16:creationId xmlns:a16="http://schemas.microsoft.com/office/drawing/2014/main" id="{46201B86-463C-6D5D-4370-3EBBC4112801}"/>
              </a:ext>
            </a:extLst>
          </p:cNvPr>
          <p:cNvSpPr/>
          <p:nvPr/>
        </p:nvSpPr>
        <p:spPr>
          <a:xfrm>
            <a:off x="3026980" y="5689440"/>
            <a:ext cx="6390289" cy="29089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D0E7FBF-EAF9-FEC3-F7D5-066ABDB2D7AA}"/>
              </a:ext>
            </a:extLst>
          </p:cNvPr>
          <p:cNvSpPr txBox="1"/>
          <p:nvPr/>
        </p:nvSpPr>
        <p:spPr>
          <a:xfrm>
            <a:off x="9417269" y="5689440"/>
            <a:ext cx="2081049" cy="307777"/>
          </a:xfrm>
          <a:prstGeom prst="rect">
            <a:avLst/>
          </a:prstGeom>
          <a:noFill/>
        </p:spPr>
        <p:txBody>
          <a:bodyPr wrap="square" rtlCol="0">
            <a:spAutoFit/>
          </a:bodyPr>
          <a:lstStyle/>
          <a:p>
            <a:r>
              <a:rPr lang="en-US" sz="1400"/>
              <a:t>High sparsity</a:t>
            </a:r>
          </a:p>
        </p:txBody>
      </p:sp>
      <p:sp>
        <p:nvSpPr>
          <p:cNvPr id="7" name="TextBox 6">
            <a:extLst>
              <a:ext uri="{FF2B5EF4-FFF2-40B4-BE49-F238E27FC236}">
                <a16:creationId xmlns:a16="http://schemas.microsoft.com/office/drawing/2014/main" id="{D3C34FDD-BE8A-BBB3-10C3-411835261DBE}"/>
              </a:ext>
            </a:extLst>
          </p:cNvPr>
          <p:cNvSpPr txBox="1"/>
          <p:nvPr/>
        </p:nvSpPr>
        <p:spPr>
          <a:xfrm>
            <a:off x="1760637" y="5660863"/>
            <a:ext cx="2081049" cy="307777"/>
          </a:xfrm>
          <a:prstGeom prst="rect">
            <a:avLst/>
          </a:prstGeom>
          <a:noFill/>
        </p:spPr>
        <p:txBody>
          <a:bodyPr wrap="square" rtlCol="0">
            <a:spAutoFit/>
          </a:bodyPr>
          <a:lstStyle/>
          <a:p>
            <a:r>
              <a:rPr lang="en-US" sz="1400"/>
              <a:t>Low sparsity</a:t>
            </a:r>
          </a:p>
        </p:txBody>
      </p:sp>
      <p:sp>
        <p:nvSpPr>
          <p:cNvPr id="8" name="Arrow: Right 7">
            <a:extLst>
              <a:ext uri="{FF2B5EF4-FFF2-40B4-BE49-F238E27FC236}">
                <a16:creationId xmlns:a16="http://schemas.microsoft.com/office/drawing/2014/main" id="{B877390B-F39F-C2F4-64B2-0254B790EA03}"/>
              </a:ext>
            </a:extLst>
          </p:cNvPr>
          <p:cNvSpPr/>
          <p:nvPr/>
        </p:nvSpPr>
        <p:spPr>
          <a:xfrm rot="16200000">
            <a:off x="318462" y="3282979"/>
            <a:ext cx="2279193" cy="26275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294B366-0B9E-915A-9AEB-C59B60E85E1A}"/>
              </a:ext>
            </a:extLst>
          </p:cNvPr>
          <p:cNvSpPr txBox="1"/>
          <p:nvPr/>
        </p:nvSpPr>
        <p:spPr>
          <a:xfrm>
            <a:off x="417532" y="4583237"/>
            <a:ext cx="2081049" cy="523220"/>
          </a:xfrm>
          <a:prstGeom prst="rect">
            <a:avLst/>
          </a:prstGeom>
          <a:noFill/>
        </p:spPr>
        <p:txBody>
          <a:bodyPr wrap="square" rtlCol="0">
            <a:spAutoFit/>
          </a:bodyPr>
          <a:lstStyle/>
          <a:p>
            <a:pPr algn="ctr"/>
            <a:r>
              <a:rPr lang="en-US" sz="1400"/>
              <a:t>Low </a:t>
            </a:r>
          </a:p>
          <a:p>
            <a:pPr algn="ctr"/>
            <a:r>
              <a:rPr lang="en-US" sz="1400"/>
              <a:t>similarity</a:t>
            </a:r>
          </a:p>
        </p:txBody>
      </p:sp>
      <p:sp>
        <p:nvSpPr>
          <p:cNvPr id="10" name="TextBox 9">
            <a:extLst>
              <a:ext uri="{FF2B5EF4-FFF2-40B4-BE49-F238E27FC236}">
                <a16:creationId xmlns:a16="http://schemas.microsoft.com/office/drawing/2014/main" id="{F564DB48-BAA8-E3A5-10A2-32F1473A97CE}"/>
              </a:ext>
            </a:extLst>
          </p:cNvPr>
          <p:cNvSpPr txBox="1"/>
          <p:nvPr/>
        </p:nvSpPr>
        <p:spPr>
          <a:xfrm>
            <a:off x="417532" y="1751543"/>
            <a:ext cx="2081049" cy="523220"/>
          </a:xfrm>
          <a:prstGeom prst="rect">
            <a:avLst/>
          </a:prstGeom>
          <a:noFill/>
        </p:spPr>
        <p:txBody>
          <a:bodyPr wrap="square" rtlCol="0">
            <a:spAutoFit/>
          </a:bodyPr>
          <a:lstStyle/>
          <a:p>
            <a:pPr algn="ctr"/>
            <a:r>
              <a:rPr lang="en-US" sz="1400"/>
              <a:t>High </a:t>
            </a:r>
          </a:p>
          <a:p>
            <a:pPr algn="ctr"/>
            <a:r>
              <a:rPr lang="en-US" sz="1400"/>
              <a:t>similarity</a:t>
            </a:r>
          </a:p>
        </p:txBody>
      </p:sp>
      <p:sp>
        <p:nvSpPr>
          <p:cNvPr id="11" name="Slide Number Placeholder 10">
            <a:extLst>
              <a:ext uri="{FF2B5EF4-FFF2-40B4-BE49-F238E27FC236}">
                <a16:creationId xmlns:a16="http://schemas.microsoft.com/office/drawing/2014/main" id="{B8334A6E-A36F-76A7-A2AC-4BB1EE955DE1}"/>
              </a:ext>
            </a:extLst>
          </p:cNvPr>
          <p:cNvSpPr>
            <a:spLocks noGrp="1"/>
          </p:cNvSpPr>
          <p:nvPr>
            <p:ph type="sldNum" sz="quarter" idx="11"/>
          </p:nvPr>
        </p:nvSpPr>
        <p:spPr/>
        <p:txBody>
          <a:bodyPr/>
          <a:lstStyle/>
          <a:p>
            <a:fld id="{C6684DFB-8BCD-4B6F-9AA1-83F3BA61DF41}" type="slidenum">
              <a:rPr lang="en-US" smtClean="0"/>
              <a:pPr/>
              <a:t>22</a:t>
            </a:fld>
            <a:endParaRPr lang="en-US"/>
          </a:p>
        </p:txBody>
      </p:sp>
    </p:spTree>
    <p:extLst>
      <p:ext uri="{BB962C8B-B14F-4D97-AF65-F5344CB8AC3E}">
        <p14:creationId xmlns:p14="http://schemas.microsoft.com/office/powerpoint/2010/main" val="1859698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uiExpand="1" build="p"/>
      <p:bldP spid="4" grpId="0" animBg="1"/>
      <p:bldP spid="6" grpId="0"/>
      <p:bldP spid="7" grpId="0"/>
      <p:bldP spid="8" grpId="0" animBg="1"/>
      <p:bldP spid="9" grpId="0"/>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4378E-0B45-1F42-4242-8E125B1832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43D9CA-57E1-96A5-50C4-F552AD74C158}"/>
              </a:ext>
            </a:extLst>
          </p:cNvPr>
          <p:cNvSpPr>
            <a:spLocks noGrp="1"/>
          </p:cNvSpPr>
          <p:nvPr>
            <p:ph type="title"/>
          </p:nvPr>
        </p:nvSpPr>
        <p:spPr>
          <a:xfrm>
            <a:off x="-164387" y="404918"/>
            <a:ext cx="11729544" cy="869089"/>
          </a:xfrm>
        </p:spPr>
        <p:txBody>
          <a:bodyPr>
            <a:noAutofit/>
          </a:bodyPr>
          <a:lstStyle/>
          <a:p>
            <a:pPr marL="457200" lvl="1" indent="0" algn="l">
              <a:buNone/>
            </a:pPr>
            <a:r>
              <a:rPr lang="en-US" sz="3200" b="1" dirty="0"/>
              <a:t>What internal changes occur when networks are pruned?</a:t>
            </a:r>
          </a:p>
        </p:txBody>
      </p:sp>
      <p:sp>
        <p:nvSpPr>
          <p:cNvPr id="3" name="Content Placeholder 2">
            <a:extLst>
              <a:ext uri="{FF2B5EF4-FFF2-40B4-BE49-F238E27FC236}">
                <a16:creationId xmlns:a16="http://schemas.microsoft.com/office/drawing/2014/main" id="{1C578B0A-CDAB-30F9-8A90-B6708022E3D2}"/>
              </a:ext>
            </a:extLst>
          </p:cNvPr>
          <p:cNvSpPr>
            <a:spLocks noGrp="1"/>
          </p:cNvSpPr>
          <p:nvPr>
            <p:ph idx="10"/>
          </p:nvPr>
        </p:nvSpPr>
        <p:spPr/>
        <p:txBody>
          <a:bodyPr>
            <a:normAutofit/>
          </a:bodyPr>
          <a:lstStyle/>
          <a:p>
            <a:r>
              <a:rPr lang="en-US"/>
              <a:t>How does unstructured pruning redistribute weights across layers/Neurons?</a:t>
            </a:r>
          </a:p>
          <a:p>
            <a:pPr lvl="1"/>
            <a:r>
              <a:rPr lang="en-US"/>
              <a:t>Deeper layers get pruned more.</a:t>
            </a:r>
          </a:p>
          <a:p>
            <a:r>
              <a:rPr lang="en-US"/>
              <a:t>Do neurons get effectively removed?</a:t>
            </a:r>
          </a:p>
          <a:p>
            <a:pPr lvl="1"/>
            <a:r>
              <a:rPr lang="en-US"/>
              <a:t>No, there always exists some small weights.</a:t>
            </a:r>
          </a:p>
          <a:p>
            <a:r>
              <a:rPr lang="en-US"/>
              <a:t>How important are the remaining Neurons?</a:t>
            </a:r>
          </a:p>
          <a:p>
            <a:pPr lvl="1"/>
            <a:r>
              <a:rPr lang="en-US"/>
              <a:t>Increase in importance as you go deeper into the network.</a:t>
            </a:r>
          </a:p>
          <a:p>
            <a:r>
              <a:rPr lang="en-US"/>
              <a:t>How stable are activations and representations under pruning?</a:t>
            </a:r>
          </a:p>
          <a:p>
            <a:pPr lvl="1"/>
            <a:r>
              <a:rPr lang="en-US"/>
              <a:t>Front layers have the highest feature similarity.</a:t>
            </a:r>
          </a:p>
          <a:p>
            <a:endParaRPr lang="en-US"/>
          </a:p>
        </p:txBody>
      </p:sp>
      <p:sp>
        <p:nvSpPr>
          <p:cNvPr id="4" name="Slide Number Placeholder 3">
            <a:extLst>
              <a:ext uri="{FF2B5EF4-FFF2-40B4-BE49-F238E27FC236}">
                <a16:creationId xmlns:a16="http://schemas.microsoft.com/office/drawing/2014/main" id="{B0197867-3888-C2DF-44E6-0647816B7A56}"/>
              </a:ext>
            </a:extLst>
          </p:cNvPr>
          <p:cNvSpPr>
            <a:spLocks noGrp="1"/>
          </p:cNvSpPr>
          <p:nvPr>
            <p:ph type="sldNum" sz="quarter" idx="11"/>
          </p:nvPr>
        </p:nvSpPr>
        <p:spPr/>
        <p:txBody>
          <a:bodyPr/>
          <a:lstStyle/>
          <a:p>
            <a:fld id="{C6684DFB-8BCD-4B6F-9AA1-83F3BA61DF41}" type="slidenum">
              <a:rPr lang="en-US" smtClean="0"/>
              <a:pPr/>
              <a:t>23</a:t>
            </a:fld>
            <a:endParaRPr lang="en-US"/>
          </a:p>
        </p:txBody>
      </p:sp>
    </p:spTree>
    <p:extLst>
      <p:ext uri="{BB962C8B-B14F-4D97-AF65-F5344CB8AC3E}">
        <p14:creationId xmlns:p14="http://schemas.microsoft.com/office/powerpoint/2010/main" val="2778925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FF8FB-9A13-4D46-448C-2BA13B8638A4}"/>
              </a:ext>
            </a:extLst>
          </p:cNvPr>
          <p:cNvSpPr>
            <a:spLocks noGrp="1"/>
          </p:cNvSpPr>
          <p:nvPr>
            <p:ph type="title"/>
          </p:nvPr>
        </p:nvSpPr>
        <p:spPr/>
        <p:txBody>
          <a:bodyPr>
            <a:normAutofit/>
          </a:bodyPr>
          <a:lstStyle/>
          <a:p>
            <a:r>
              <a:rPr lang="en-US" dirty="0"/>
              <a:t>Investigation</a:t>
            </a:r>
          </a:p>
        </p:txBody>
      </p:sp>
      <p:sp>
        <p:nvSpPr>
          <p:cNvPr id="3" name="Content Placeholder 2">
            <a:extLst>
              <a:ext uri="{FF2B5EF4-FFF2-40B4-BE49-F238E27FC236}">
                <a16:creationId xmlns:a16="http://schemas.microsoft.com/office/drawing/2014/main" id="{7E22FBD9-8392-E206-E02A-D28032D69F90}"/>
              </a:ext>
            </a:extLst>
          </p:cNvPr>
          <p:cNvSpPr>
            <a:spLocks noGrp="1"/>
          </p:cNvSpPr>
          <p:nvPr>
            <p:ph idx="10"/>
          </p:nvPr>
        </p:nvSpPr>
        <p:spPr/>
        <p:txBody>
          <a:bodyPr>
            <a:normAutofit/>
          </a:bodyPr>
          <a:lstStyle/>
          <a:p>
            <a:r>
              <a:rPr lang="en-US" dirty="0"/>
              <a:t>IMP creates a surprising amount of internal structure</a:t>
            </a:r>
          </a:p>
          <a:p>
            <a:pPr lvl="1"/>
            <a:r>
              <a:rPr lang="en-US" dirty="0"/>
              <a:t>Preferential pruning of deep layers, preservation of feature representations. </a:t>
            </a:r>
          </a:p>
          <a:p>
            <a:pPr lvl="1"/>
            <a:endParaRPr lang="en-US" dirty="0"/>
          </a:p>
          <a:p>
            <a:r>
              <a:rPr lang="en-US" dirty="0"/>
              <a:t>We can reach around 93% sparsity without drop in accuracy, but it is difficult to take advantage of the sparsity</a:t>
            </a:r>
          </a:p>
          <a:p>
            <a:endParaRPr lang="en-US" dirty="0"/>
          </a:p>
          <a:p>
            <a:pPr marL="0" indent="0">
              <a:buNone/>
            </a:pPr>
            <a:r>
              <a:rPr lang="en-US" dirty="0"/>
              <a:t>Under review to the Journal of Applied Intelligence</a:t>
            </a:r>
          </a:p>
          <a:p>
            <a:endParaRPr lang="en-US" dirty="0"/>
          </a:p>
        </p:txBody>
      </p:sp>
      <p:sp>
        <p:nvSpPr>
          <p:cNvPr id="4" name="Slide Number Placeholder 3">
            <a:extLst>
              <a:ext uri="{FF2B5EF4-FFF2-40B4-BE49-F238E27FC236}">
                <a16:creationId xmlns:a16="http://schemas.microsoft.com/office/drawing/2014/main" id="{4FDBE560-5ACF-1AB4-6592-CB996F8C01BA}"/>
              </a:ext>
            </a:extLst>
          </p:cNvPr>
          <p:cNvSpPr>
            <a:spLocks noGrp="1"/>
          </p:cNvSpPr>
          <p:nvPr>
            <p:ph type="sldNum" sz="quarter" idx="11"/>
          </p:nvPr>
        </p:nvSpPr>
        <p:spPr/>
        <p:txBody>
          <a:bodyPr/>
          <a:lstStyle/>
          <a:p>
            <a:fld id="{C6684DFB-8BCD-4B6F-9AA1-83F3BA61DF41}" type="slidenum">
              <a:rPr lang="en-US" smtClean="0"/>
              <a:pPr/>
              <a:t>24</a:t>
            </a:fld>
            <a:endParaRPr lang="en-US"/>
          </a:p>
        </p:txBody>
      </p:sp>
      <p:sp>
        <p:nvSpPr>
          <p:cNvPr id="17" name="TextBox 16">
            <a:extLst>
              <a:ext uri="{FF2B5EF4-FFF2-40B4-BE49-F238E27FC236}">
                <a16:creationId xmlns:a16="http://schemas.microsoft.com/office/drawing/2014/main" id="{9EF98021-3D95-263E-898B-29BB5272964D}"/>
              </a:ext>
            </a:extLst>
          </p:cNvPr>
          <p:cNvSpPr txBox="1"/>
          <p:nvPr/>
        </p:nvSpPr>
        <p:spPr>
          <a:xfrm>
            <a:off x="2388283" y="5943600"/>
            <a:ext cx="9097212" cy="523220"/>
          </a:xfrm>
          <a:prstGeom prst="rect">
            <a:avLst/>
          </a:prstGeom>
          <a:noFill/>
        </p:spPr>
        <p:txBody>
          <a:bodyPr wrap="square">
            <a:spAutoFit/>
          </a:bodyPr>
          <a:lstStyle/>
          <a:p>
            <a:r>
              <a:rPr lang="en-US" sz="1400" dirty="0"/>
              <a:t>This work was authored by the National Renewable Energy Laboratory for the U.S. Department of Energy (DOE) under Contract No. DE-AC36-08GO28308.</a:t>
            </a:r>
          </a:p>
        </p:txBody>
      </p:sp>
    </p:spTree>
    <p:extLst>
      <p:ext uri="{BB962C8B-B14F-4D97-AF65-F5344CB8AC3E}">
        <p14:creationId xmlns:p14="http://schemas.microsoft.com/office/powerpoint/2010/main" val="3026152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EFDE2-3DFD-ECBF-B250-B40D424587EA}"/>
              </a:ext>
            </a:extLst>
          </p:cNvPr>
          <p:cNvSpPr>
            <a:spLocks noGrp="1"/>
          </p:cNvSpPr>
          <p:nvPr>
            <p:ph type="title"/>
          </p:nvPr>
        </p:nvSpPr>
        <p:spPr/>
        <p:txBody>
          <a:bodyPr/>
          <a:lstStyle/>
          <a:p>
            <a:r>
              <a:rPr lang="en-US" dirty="0"/>
              <a:t>Robustness of Neural Networks</a:t>
            </a:r>
          </a:p>
        </p:txBody>
      </p:sp>
      <p:sp>
        <p:nvSpPr>
          <p:cNvPr id="4" name="Slide Number Placeholder 3">
            <a:extLst>
              <a:ext uri="{FF2B5EF4-FFF2-40B4-BE49-F238E27FC236}">
                <a16:creationId xmlns:a16="http://schemas.microsoft.com/office/drawing/2014/main" id="{FE131AAC-E882-043E-0E3D-FB969E8C71D8}"/>
              </a:ext>
            </a:extLst>
          </p:cNvPr>
          <p:cNvSpPr>
            <a:spLocks noGrp="1"/>
          </p:cNvSpPr>
          <p:nvPr>
            <p:ph type="sldNum" sz="quarter" idx="11"/>
          </p:nvPr>
        </p:nvSpPr>
        <p:spPr/>
        <p:txBody>
          <a:bodyPr/>
          <a:lstStyle/>
          <a:p>
            <a:fld id="{C6684DFB-8BCD-4B6F-9AA1-83F3BA61DF41}" type="slidenum">
              <a:rPr lang="en-US" smtClean="0"/>
              <a:pPr/>
              <a:t>25</a:t>
            </a:fld>
            <a:endParaRPr lang="en-US"/>
          </a:p>
        </p:txBody>
      </p:sp>
      <p:grpSp>
        <p:nvGrpSpPr>
          <p:cNvPr id="5" name="Group 4">
            <a:extLst>
              <a:ext uri="{FF2B5EF4-FFF2-40B4-BE49-F238E27FC236}">
                <a16:creationId xmlns:a16="http://schemas.microsoft.com/office/drawing/2014/main" id="{78BA3FE1-CA50-AA04-1AF4-5C8EE358FB1A}"/>
              </a:ext>
            </a:extLst>
          </p:cNvPr>
          <p:cNvGrpSpPr/>
          <p:nvPr/>
        </p:nvGrpSpPr>
        <p:grpSpPr>
          <a:xfrm>
            <a:off x="952498" y="1799241"/>
            <a:ext cx="3986784" cy="4031873"/>
            <a:chOff x="7638288" y="1562113"/>
            <a:chExt cx="3986784" cy="3890105"/>
          </a:xfrm>
        </p:grpSpPr>
        <p:sp>
          <p:nvSpPr>
            <p:cNvPr id="6" name="TextBox 5">
              <a:extLst>
                <a:ext uri="{FF2B5EF4-FFF2-40B4-BE49-F238E27FC236}">
                  <a16:creationId xmlns:a16="http://schemas.microsoft.com/office/drawing/2014/main" id="{31A8A5A8-2176-B88A-370D-40FCC50C414F}"/>
                </a:ext>
              </a:extLst>
            </p:cNvPr>
            <p:cNvSpPr txBox="1"/>
            <p:nvPr/>
          </p:nvSpPr>
          <p:spPr>
            <a:xfrm>
              <a:off x="7638288" y="1562113"/>
              <a:ext cx="3986784" cy="3890105"/>
            </a:xfrm>
            <a:prstGeom prst="rect">
              <a:avLst/>
            </a:prstGeom>
            <a:noFill/>
          </p:spPr>
          <p:txBody>
            <a:bodyPr wrap="square" rtlCol="0">
              <a:spAutoFit/>
            </a:bodyPr>
            <a:lstStyle/>
            <a:p>
              <a:pPr algn="ctr"/>
              <a:r>
                <a:rPr lang="en-US" sz="2000" b="1" dirty="0"/>
                <a:t>Robustness</a:t>
              </a:r>
              <a:endParaRPr lang="en-US" b="1" dirty="0"/>
            </a:p>
            <a:p>
              <a:pPr algn="ctr"/>
              <a:r>
                <a:rPr lang="en-US" sz="1600" dirty="0"/>
                <a:t>Adversarial Transferability</a:t>
              </a:r>
            </a:p>
            <a:p>
              <a:endParaRPr lang="en-US" dirty="0"/>
            </a:p>
            <a:p>
              <a:endParaRPr lang="en-US" dirty="0"/>
            </a:p>
            <a:p>
              <a:endParaRPr lang="en-US" dirty="0"/>
            </a:p>
            <a:p>
              <a:endParaRPr lang="en-US" dirty="0"/>
            </a:p>
            <a:p>
              <a:endParaRPr lang="en-US" dirty="0"/>
            </a:p>
            <a:p>
              <a:endParaRPr lang="en-US" dirty="0"/>
            </a:p>
            <a:p>
              <a:endParaRPr lang="en-US" sz="1400" dirty="0"/>
            </a:p>
            <a:p>
              <a:r>
                <a:rPr lang="en-US" sz="1400" dirty="0"/>
                <a:t>Source: Surrogate-to-Target-Transfer Scenario </a:t>
              </a:r>
            </a:p>
            <a:p>
              <a:endParaRPr lang="en-US" sz="1400" dirty="0"/>
            </a:p>
            <a:p>
              <a:r>
                <a:rPr lang="en-US" sz="1400" dirty="0"/>
                <a:t>Goal: Analyze how network architecture influences adversarial attack transferability</a:t>
              </a:r>
            </a:p>
            <a:p>
              <a:endParaRPr lang="en-US" sz="1400" dirty="0"/>
            </a:p>
            <a:p>
              <a:r>
                <a:rPr lang="en-US" sz="1400" dirty="0"/>
                <a:t>Question: How does network architecture impact transferable attacks?</a:t>
              </a:r>
            </a:p>
          </p:txBody>
        </p:sp>
        <p:pic>
          <p:nvPicPr>
            <p:cNvPr id="7" name="Picture 6">
              <a:extLst>
                <a:ext uri="{FF2B5EF4-FFF2-40B4-BE49-F238E27FC236}">
                  <a16:creationId xmlns:a16="http://schemas.microsoft.com/office/drawing/2014/main" id="{D848D0A5-3DC8-39F9-33FD-84B3AE9A3584}"/>
                </a:ext>
              </a:extLst>
            </p:cNvPr>
            <p:cNvPicPr>
              <a:picLocks noChangeAspect="1"/>
            </p:cNvPicPr>
            <p:nvPr/>
          </p:nvPicPr>
          <p:blipFill>
            <a:blip r:embed="rId2"/>
            <a:stretch>
              <a:fillRect/>
            </a:stretch>
          </p:blipFill>
          <p:spPr>
            <a:xfrm>
              <a:off x="9042679" y="2461159"/>
              <a:ext cx="1178002" cy="1254002"/>
            </a:xfrm>
            <a:prstGeom prst="rect">
              <a:avLst/>
            </a:prstGeom>
          </p:spPr>
        </p:pic>
      </p:grpSp>
      <p:sp>
        <p:nvSpPr>
          <p:cNvPr id="9" name="Content Placeholder 8">
            <a:extLst>
              <a:ext uri="{FF2B5EF4-FFF2-40B4-BE49-F238E27FC236}">
                <a16:creationId xmlns:a16="http://schemas.microsoft.com/office/drawing/2014/main" id="{AF480F96-E7FA-C033-3491-2878A1A4A81B}"/>
              </a:ext>
            </a:extLst>
          </p:cNvPr>
          <p:cNvSpPr>
            <a:spLocks noGrp="1"/>
          </p:cNvSpPr>
          <p:nvPr>
            <p:ph idx="10"/>
          </p:nvPr>
        </p:nvSpPr>
        <p:spPr>
          <a:xfrm>
            <a:off x="5404104" y="1686758"/>
            <a:ext cx="5799921" cy="2343996"/>
          </a:xfrm>
        </p:spPr>
        <p:txBody>
          <a:bodyPr/>
          <a:lstStyle/>
          <a:p>
            <a:r>
              <a:rPr lang="en-US" dirty="0"/>
              <a:t>Given these black box models, we have reduced their size</a:t>
            </a:r>
          </a:p>
          <a:p>
            <a:endParaRPr lang="en-US" dirty="0"/>
          </a:p>
          <a:p>
            <a:r>
              <a:rPr lang="en-US" dirty="0"/>
              <a:t>Can we trust them?</a:t>
            </a:r>
          </a:p>
        </p:txBody>
      </p:sp>
      <p:sp>
        <p:nvSpPr>
          <p:cNvPr id="15" name="Content Placeholder 8">
            <a:extLst>
              <a:ext uri="{FF2B5EF4-FFF2-40B4-BE49-F238E27FC236}">
                <a16:creationId xmlns:a16="http://schemas.microsoft.com/office/drawing/2014/main" id="{10894402-BCAC-87B4-11FF-8208BB165BE1}"/>
              </a:ext>
            </a:extLst>
          </p:cNvPr>
          <p:cNvSpPr txBox="1">
            <a:spLocks/>
          </p:cNvSpPr>
          <p:nvPr/>
        </p:nvSpPr>
        <p:spPr>
          <a:xfrm>
            <a:off x="6095999" y="3987227"/>
            <a:ext cx="5799921" cy="869089"/>
          </a:xfrm>
          <a:prstGeom prst="rect">
            <a:avLst/>
          </a:prstGeom>
        </p:spPr>
        <p:txBody>
          <a:bodyPr vert="horz" lIns="0" tIns="0" rIns="0" bIns="0" rtlCol="0">
            <a:normAutofit/>
          </a:bodyPr>
          <a:lstStyle>
            <a:lvl1pPr marL="228600" indent="-228600" algn="l" defTabSz="914400" rtl="0" eaLnBrk="1" latinLnBrk="0" hangingPunct="1">
              <a:lnSpc>
                <a:spcPct val="100000"/>
              </a:lnSpc>
              <a:spcBef>
                <a:spcPts val="1000"/>
              </a:spcBef>
              <a:buClr>
                <a:schemeClr val="tx2"/>
              </a:buClr>
              <a:buSzPct val="95000"/>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2000" kern="1200">
                <a:solidFill>
                  <a:schemeClr val="tx1"/>
                </a:solidFill>
                <a:latin typeface="Roboto" panose="02000000000000000000" pitchFamily="2" charset="0"/>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Are they worth using?</a:t>
            </a:r>
          </a:p>
        </p:txBody>
      </p:sp>
      <p:sp>
        <p:nvSpPr>
          <p:cNvPr id="16" name="Content Placeholder 8">
            <a:extLst>
              <a:ext uri="{FF2B5EF4-FFF2-40B4-BE49-F238E27FC236}">
                <a16:creationId xmlns:a16="http://schemas.microsoft.com/office/drawing/2014/main" id="{EB18A129-BD71-7BA0-E39D-B71BDA341456}"/>
              </a:ext>
            </a:extLst>
          </p:cNvPr>
          <p:cNvSpPr txBox="1">
            <a:spLocks/>
          </p:cNvSpPr>
          <p:nvPr/>
        </p:nvSpPr>
        <p:spPr>
          <a:xfrm>
            <a:off x="7293651" y="4719518"/>
            <a:ext cx="3404616" cy="529138"/>
          </a:xfrm>
          <a:prstGeom prst="rect">
            <a:avLst/>
          </a:prstGeom>
        </p:spPr>
        <p:txBody>
          <a:bodyPr vert="horz" lIns="0" tIns="0" rIns="0" bIns="0" rtlCol="0">
            <a:normAutofit/>
          </a:bodyPr>
          <a:lstStyle>
            <a:lvl1pPr marL="228600" indent="-228600" algn="l" defTabSz="914400" rtl="0" eaLnBrk="1" latinLnBrk="0" hangingPunct="1">
              <a:lnSpc>
                <a:spcPct val="100000"/>
              </a:lnSpc>
              <a:spcBef>
                <a:spcPts val="1000"/>
              </a:spcBef>
              <a:buClr>
                <a:schemeClr val="tx2"/>
              </a:buClr>
              <a:buSzPct val="95000"/>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2000" kern="1200">
                <a:solidFill>
                  <a:schemeClr val="tx1"/>
                </a:solidFill>
                <a:latin typeface="Roboto" panose="02000000000000000000" pitchFamily="2" charset="0"/>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Are they secure?</a:t>
            </a:r>
          </a:p>
        </p:txBody>
      </p:sp>
    </p:spTree>
    <p:extLst>
      <p:ext uri="{BB962C8B-B14F-4D97-AF65-F5344CB8AC3E}">
        <p14:creationId xmlns:p14="http://schemas.microsoft.com/office/powerpoint/2010/main" val="13419425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E3B59-A4B2-6997-24FB-4FCF82721C82}"/>
              </a:ext>
            </a:extLst>
          </p:cNvPr>
          <p:cNvSpPr>
            <a:spLocks noGrp="1"/>
          </p:cNvSpPr>
          <p:nvPr>
            <p:ph type="title"/>
          </p:nvPr>
        </p:nvSpPr>
        <p:spPr/>
        <p:txBody>
          <a:bodyPr/>
          <a:lstStyle/>
          <a:p>
            <a:r>
              <a:rPr lang="en-US" dirty="0">
                <a:latin typeface="Roboto"/>
                <a:ea typeface="Roboto"/>
                <a:cs typeface="Arial"/>
              </a:rPr>
              <a:t>Network Explainability &amp; Security</a:t>
            </a:r>
            <a:endParaRPr lang="en-US" dirty="0"/>
          </a:p>
        </p:txBody>
      </p:sp>
      <p:sp>
        <p:nvSpPr>
          <p:cNvPr id="3" name="Content Placeholder 2">
            <a:extLst>
              <a:ext uri="{FF2B5EF4-FFF2-40B4-BE49-F238E27FC236}">
                <a16:creationId xmlns:a16="http://schemas.microsoft.com/office/drawing/2014/main" id="{FA4D06A1-6BA3-9C38-A902-6D4F77F1A469}"/>
              </a:ext>
            </a:extLst>
          </p:cNvPr>
          <p:cNvSpPr>
            <a:spLocks noGrp="1"/>
          </p:cNvSpPr>
          <p:nvPr>
            <p:ph idx="1"/>
          </p:nvPr>
        </p:nvSpPr>
        <p:spPr/>
        <p:txBody>
          <a:bodyPr/>
          <a:lstStyle/>
          <a:p>
            <a:r>
              <a:rPr lang="en-US" dirty="0"/>
              <a:t>Deployed Neural Networks are accessible to the public, never trust the public. </a:t>
            </a:r>
          </a:p>
          <a:p>
            <a:endParaRPr lang="en-US" dirty="0"/>
          </a:p>
          <a:p>
            <a:pPr marL="0" indent="0" algn="ctr">
              <a:buNone/>
            </a:pPr>
            <a:r>
              <a:rPr lang="en-US" sz="3600" b="1" dirty="0"/>
              <a:t>How can we trust Neural Networks?</a:t>
            </a:r>
          </a:p>
          <a:p>
            <a:pPr marL="0" indent="0" algn="ctr">
              <a:buNone/>
            </a:pPr>
            <a:endParaRPr lang="en-US" sz="3600" b="1" dirty="0"/>
          </a:p>
          <a:p>
            <a:pPr marL="0" indent="0">
              <a:buNone/>
            </a:pPr>
            <a:r>
              <a:rPr lang="en-US" dirty="0"/>
              <a:t>Explainable AI (XAI) A field of AI Devoted to understanding </a:t>
            </a:r>
            <a:r>
              <a:rPr lang="en-US" b="1" dirty="0"/>
              <a:t>HOW </a:t>
            </a:r>
            <a:r>
              <a:rPr lang="en-US" dirty="0"/>
              <a:t>and </a:t>
            </a:r>
            <a:r>
              <a:rPr lang="en-US" b="1" dirty="0"/>
              <a:t>WHY </a:t>
            </a:r>
            <a:r>
              <a:rPr lang="en-US" dirty="0"/>
              <a:t>networks make decisions.</a:t>
            </a:r>
          </a:p>
        </p:txBody>
      </p:sp>
      <p:sp>
        <p:nvSpPr>
          <p:cNvPr id="4" name="Slide Number Placeholder 3">
            <a:extLst>
              <a:ext uri="{FF2B5EF4-FFF2-40B4-BE49-F238E27FC236}">
                <a16:creationId xmlns:a16="http://schemas.microsoft.com/office/drawing/2014/main" id="{478B98A5-6C22-74AE-8C15-2F6A4F4473A0}"/>
              </a:ext>
            </a:extLst>
          </p:cNvPr>
          <p:cNvSpPr>
            <a:spLocks noGrp="1"/>
          </p:cNvSpPr>
          <p:nvPr>
            <p:ph type="sldNum" sz="quarter" idx="10"/>
          </p:nvPr>
        </p:nvSpPr>
        <p:spPr/>
        <p:txBody>
          <a:bodyPr/>
          <a:lstStyle/>
          <a:p>
            <a:fld id="{C6684DFB-8BCD-4B6F-9AA1-83F3BA61DF41}" type="slidenum">
              <a:rPr lang="en-US" smtClean="0"/>
              <a:pPr/>
              <a:t>26</a:t>
            </a:fld>
            <a:endParaRPr lang="en-US"/>
          </a:p>
        </p:txBody>
      </p:sp>
    </p:spTree>
    <p:extLst>
      <p:ext uri="{BB962C8B-B14F-4D97-AF65-F5344CB8AC3E}">
        <p14:creationId xmlns:p14="http://schemas.microsoft.com/office/powerpoint/2010/main" val="2939252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25019-8353-1ACC-22A3-69061543060D}"/>
              </a:ext>
            </a:extLst>
          </p:cNvPr>
          <p:cNvSpPr>
            <a:spLocks noGrp="1"/>
          </p:cNvSpPr>
          <p:nvPr>
            <p:ph type="title"/>
          </p:nvPr>
        </p:nvSpPr>
        <p:spPr/>
        <p:txBody>
          <a:bodyPr/>
          <a:lstStyle/>
          <a:p>
            <a:r>
              <a:rPr lang="en-US" dirty="0"/>
              <a:t>How secure are these models</a:t>
            </a:r>
          </a:p>
        </p:txBody>
      </p:sp>
      <p:sp>
        <p:nvSpPr>
          <p:cNvPr id="3" name="Content Placeholder 2">
            <a:extLst>
              <a:ext uri="{FF2B5EF4-FFF2-40B4-BE49-F238E27FC236}">
                <a16:creationId xmlns:a16="http://schemas.microsoft.com/office/drawing/2014/main" id="{783615F6-F22E-C25C-F24C-F1DADEFD204B}"/>
              </a:ext>
            </a:extLst>
          </p:cNvPr>
          <p:cNvSpPr>
            <a:spLocks noGrp="1"/>
          </p:cNvSpPr>
          <p:nvPr>
            <p:ph idx="1"/>
          </p:nvPr>
        </p:nvSpPr>
        <p:spPr/>
        <p:txBody>
          <a:bodyPr>
            <a:normAutofit lnSpcReduction="10000"/>
          </a:bodyPr>
          <a:lstStyle/>
          <a:p>
            <a:r>
              <a:rPr lang="en-US" dirty="0"/>
              <a:t>Saliency Map: Compute the gradient of the model output w.r.t the input </a:t>
            </a:r>
          </a:p>
          <a:p>
            <a:endParaRPr lang="en-US" dirty="0"/>
          </a:p>
          <a:p>
            <a:r>
              <a:rPr lang="en-US" dirty="0" err="1"/>
              <a:t>DeepLIFT</a:t>
            </a:r>
            <a:r>
              <a:rPr lang="en-US" dirty="0"/>
              <a:t> SHAP: Approximate Shapley Additive </a:t>
            </a:r>
            <a:r>
              <a:rPr lang="en-US" dirty="0" err="1"/>
              <a:t>exPlanations</a:t>
            </a:r>
            <a:r>
              <a:rPr lang="en-US" dirty="0"/>
              <a:t> (SHAP) by comparing input to some ‘baseline’</a:t>
            </a:r>
          </a:p>
          <a:p>
            <a:endParaRPr lang="en-US" dirty="0"/>
          </a:p>
          <a:p>
            <a:r>
              <a:rPr lang="en-US" dirty="0"/>
              <a:t>Integrated Gradients: Compute the integration of the gradients from the baseline of input to the actual input</a:t>
            </a:r>
          </a:p>
        </p:txBody>
      </p:sp>
      <p:sp>
        <p:nvSpPr>
          <p:cNvPr id="4" name="Slide Number Placeholder 3">
            <a:extLst>
              <a:ext uri="{FF2B5EF4-FFF2-40B4-BE49-F238E27FC236}">
                <a16:creationId xmlns:a16="http://schemas.microsoft.com/office/drawing/2014/main" id="{2DA95285-910B-593D-6E17-D16427778D61}"/>
              </a:ext>
            </a:extLst>
          </p:cNvPr>
          <p:cNvSpPr>
            <a:spLocks noGrp="1"/>
          </p:cNvSpPr>
          <p:nvPr>
            <p:ph type="sldNum" sz="quarter" idx="10"/>
          </p:nvPr>
        </p:nvSpPr>
        <p:spPr/>
        <p:txBody>
          <a:bodyPr/>
          <a:lstStyle/>
          <a:p>
            <a:fld id="{C6684DFB-8BCD-4B6F-9AA1-83F3BA61DF41}" type="slidenum">
              <a:rPr lang="en-US" smtClean="0"/>
              <a:pPr/>
              <a:t>27</a:t>
            </a:fld>
            <a:endParaRPr lang="en-US"/>
          </a:p>
        </p:txBody>
      </p:sp>
      <p:sp>
        <p:nvSpPr>
          <p:cNvPr id="6" name="TextBox 5">
            <a:extLst>
              <a:ext uri="{FF2B5EF4-FFF2-40B4-BE49-F238E27FC236}">
                <a16:creationId xmlns:a16="http://schemas.microsoft.com/office/drawing/2014/main" id="{6DC930C1-575D-F68C-97D3-2106396ED52A}"/>
              </a:ext>
            </a:extLst>
          </p:cNvPr>
          <p:cNvSpPr txBox="1"/>
          <p:nvPr/>
        </p:nvSpPr>
        <p:spPr>
          <a:xfrm>
            <a:off x="1631442" y="2871323"/>
            <a:ext cx="9608058" cy="253916"/>
          </a:xfrm>
          <a:prstGeom prst="rect">
            <a:avLst/>
          </a:prstGeom>
          <a:noFill/>
        </p:spPr>
        <p:txBody>
          <a:bodyPr wrap="square">
            <a:spAutoFit/>
          </a:bodyPr>
          <a:lstStyle/>
          <a:p>
            <a:r>
              <a:rPr lang="en-US" sz="1050" dirty="0"/>
              <a:t>“Deep Inside Convolutional Networks: </a:t>
            </a:r>
            <a:r>
              <a:rPr lang="en-US" sz="1050" dirty="0" err="1"/>
              <a:t>Visualising</a:t>
            </a:r>
            <a:r>
              <a:rPr lang="en-US" sz="1050" dirty="0"/>
              <a:t> Image Classification Models and Saliency Maps” Karen Simonyan, Andrea </a:t>
            </a:r>
            <a:r>
              <a:rPr lang="en-US" sz="1050" dirty="0" err="1"/>
              <a:t>Vedaldi</a:t>
            </a:r>
            <a:r>
              <a:rPr lang="en-US" sz="1050" dirty="0"/>
              <a:t>, Andrew Zisserman (2014)</a:t>
            </a:r>
          </a:p>
        </p:txBody>
      </p:sp>
      <p:sp>
        <p:nvSpPr>
          <p:cNvPr id="8" name="TextBox 7">
            <a:extLst>
              <a:ext uri="{FF2B5EF4-FFF2-40B4-BE49-F238E27FC236}">
                <a16:creationId xmlns:a16="http://schemas.microsoft.com/office/drawing/2014/main" id="{8B716CCE-3FD4-0B47-729F-64541089E2BD}"/>
              </a:ext>
            </a:extLst>
          </p:cNvPr>
          <p:cNvSpPr txBox="1"/>
          <p:nvPr/>
        </p:nvSpPr>
        <p:spPr>
          <a:xfrm>
            <a:off x="1631442" y="4280503"/>
            <a:ext cx="6094476" cy="253916"/>
          </a:xfrm>
          <a:prstGeom prst="rect">
            <a:avLst/>
          </a:prstGeom>
          <a:noFill/>
        </p:spPr>
        <p:txBody>
          <a:bodyPr wrap="square">
            <a:spAutoFit/>
          </a:bodyPr>
          <a:lstStyle/>
          <a:p>
            <a:r>
              <a:rPr lang="en-US" sz="1050"/>
              <a:t>“A Unified Approach to Interpreting Model Predictions” Scott Lundberg, Su-In Lee (2017)</a:t>
            </a:r>
            <a:endParaRPr lang="en-US" sz="1050" dirty="0"/>
          </a:p>
        </p:txBody>
      </p:sp>
      <p:sp>
        <p:nvSpPr>
          <p:cNvPr id="10" name="TextBox 9">
            <a:extLst>
              <a:ext uri="{FF2B5EF4-FFF2-40B4-BE49-F238E27FC236}">
                <a16:creationId xmlns:a16="http://schemas.microsoft.com/office/drawing/2014/main" id="{3B4E4962-3263-8342-ACDF-15ADDFA0C1CE}"/>
              </a:ext>
            </a:extLst>
          </p:cNvPr>
          <p:cNvSpPr txBox="1"/>
          <p:nvPr/>
        </p:nvSpPr>
        <p:spPr>
          <a:xfrm>
            <a:off x="1631442" y="5681990"/>
            <a:ext cx="6094476" cy="261610"/>
          </a:xfrm>
          <a:prstGeom prst="rect">
            <a:avLst/>
          </a:prstGeom>
          <a:noFill/>
        </p:spPr>
        <p:txBody>
          <a:bodyPr wrap="square">
            <a:spAutoFit/>
          </a:bodyPr>
          <a:lstStyle/>
          <a:p>
            <a:r>
              <a:rPr lang="en-US" sz="1050" dirty="0"/>
              <a:t>“Axiomatic Attribution for Deep Networks” Mukund Sundararajan, Ankur Taly, </a:t>
            </a:r>
            <a:r>
              <a:rPr lang="en-US" sz="1050" dirty="0" err="1"/>
              <a:t>Qiqi</a:t>
            </a:r>
            <a:r>
              <a:rPr lang="en-US" sz="1050" dirty="0"/>
              <a:t> Yan (2017)</a:t>
            </a:r>
          </a:p>
        </p:txBody>
      </p:sp>
    </p:spTree>
    <p:extLst>
      <p:ext uri="{BB962C8B-B14F-4D97-AF65-F5344CB8AC3E}">
        <p14:creationId xmlns:p14="http://schemas.microsoft.com/office/powerpoint/2010/main" val="30001775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30A8D-B99F-08B6-138D-4D04EB64B7DB}"/>
              </a:ext>
            </a:extLst>
          </p:cNvPr>
          <p:cNvSpPr>
            <a:spLocks noGrp="1"/>
          </p:cNvSpPr>
          <p:nvPr>
            <p:ph type="title"/>
          </p:nvPr>
        </p:nvSpPr>
        <p:spPr/>
        <p:txBody>
          <a:bodyPr/>
          <a:lstStyle/>
          <a:p>
            <a:r>
              <a:rPr lang="en-US" dirty="0"/>
              <a:t>What do these XAI techniques reveal?</a:t>
            </a:r>
          </a:p>
        </p:txBody>
      </p:sp>
      <p:sp>
        <p:nvSpPr>
          <p:cNvPr id="4" name="Slide Number Placeholder 3">
            <a:extLst>
              <a:ext uri="{FF2B5EF4-FFF2-40B4-BE49-F238E27FC236}">
                <a16:creationId xmlns:a16="http://schemas.microsoft.com/office/drawing/2014/main" id="{F392977B-E8B5-5F4A-3C12-FD41A184DFA1}"/>
              </a:ext>
            </a:extLst>
          </p:cNvPr>
          <p:cNvSpPr>
            <a:spLocks noGrp="1"/>
          </p:cNvSpPr>
          <p:nvPr>
            <p:ph type="sldNum" sz="quarter" idx="10"/>
          </p:nvPr>
        </p:nvSpPr>
        <p:spPr/>
        <p:txBody>
          <a:bodyPr/>
          <a:lstStyle/>
          <a:p>
            <a:fld id="{C6684DFB-8BCD-4B6F-9AA1-83F3BA61DF41}" type="slidenum">
              <a:rPr lang="en-US" smtClean="0"/>
              <a:pPr/>
              <a:t>28</a:t>
            </a:fld>
            <a:endParaRPr lang="en-US"/>
          </a:p>
        </p:txBody>
      </p:sp>
      <p:pic>
        <p:nvPicPr>
          <p:cNvPr id="6" name="Picture 5">
            <a:extLst>
              <a:ext uri="{FF2B5EF4-FFF2-40B4-BE49-F238E27FC236}">
                <a16:creationId xmlns:a16="http://schemas.microsoft.com/office/drawing/2014/main" id="{07BBE696-74EA-4A94-5FFC-F64B22B6F514}"/>
              </a:ext>
            </a:extLst>
          </p:cNvPr>
          <p:cNvPicPr>
            <a:picLocks noChangeAspect="1"/>
          </p:cNvPicPr>
          <p:nvPr/>
        </p:nvPicPr>
        <p:blipFill>
          <a:blip r:embed="rId2"/>
          <a:stretch>
            <a:fillRect/>
          </a:stretch>
        </p:blipFill>
        <p:spPr>
          <a:xfrm>
            <a:off x="1619671" y="1886108"/>
            <a:ext cx="9112498" cy="4276256"/>
          </a:xfrm>
          <a:prstGeom prst="rect">
            <a:avLst/>
          </a:prstGeom>
        </p:spPr>
      </p:pic>
    </p:spTree>
    <p:extLst>
      <p:ext uri="{BB962C8B-B14F-4D97-AF65-F5344CB8AC3E}">
        <p14:creationId xmlns:p14="http://schemas.microsoft.com/office/powerpoint/2010/main" val="20118196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3D618-689B-8A4D-EF04-5627A1F8244D}"/>
              </a:ext>
            </a:extLst>
          </p:cNvPr>
          <p:cNvSpPr>
            <a:spLocks noGrp="1"/>
          </p:cNvSpPr>
          <p:nvPr>
            <p:ph type="title"/>
          </p:nvPr>
        </p:nvSpPr>
        <p:spPr/>
        <p:txBody>
          <a:bodyPr/>
          <a:lstStyle/>
          <a:p>
            <a:r>
              <a:rPr lang="en-US" dirty="0"/>
              <a:t>Key limitation for XAI</a:t>
            </a:r>
          </a:p>
        </p:txBody>
      </p:sp>
      <p:sp>
        <p:nvSpPr>
          <p:cNvPr id="3" name="Content Placeholder 2">
            <a:extLst>
              <a:ext uri="{FF2B5EF4-FFF2-40B4-BE49-F238E27FC236}">
                <a16:creationId xmlns:a16="http://schemas.microsoft.com/office/drawing/2014/main" id="{76C69EE3-E22C-B7FD-BBAC-B92CB92062CB}"/>
              </a:ext>
            </a:extLst>
          </p:cNvPr>
          <p:cNvSpPr>
            <a:spLocks noGrp="1"/>
          </p:cNvSpPr>
          <p:nvPr>
            <p:ph idx="1"/>
          </p:nvPr>
        </p:nvSpPr>
        <p:spPr>
          <a:xfrm>
            <a:off x="705612" y="1886149"/>
            <a:ext cx="10287000" cy="3892859"/>
          </a:xfrm>
        </p:spPr>
        <p:txBody>
          <a:bodyPr/>
          <a:lstStyle/>
          <a:p>
            <a:r>
              <a:rPr lang="en-US" dirty="0"/>
              <a:t>You typically need holdout data and the model weights to see what these models learned.</a:t>
            </a:r>
          </a:p>
          <a:p>
            <a:pPr marL="0" indent="0" algn="ctr">
              <a:buNone/>
            </a:pPr>
            <a:r>
              <a:rPr lang="en-US" dirty="0"/>
              <a:t>What happens if your training data is compromised? </a:t>
            </a:r>
          </a:p>
        </p:txBody>
      </p:sp>
      <p:sp>
        <p:nvSpPr>
          <p:cNvPr id="4" name="Slide Number Placeholder 3">
            <a:extLst>
              <a:ext uri="{FF2B5EF4-FFF2-40B4-BE49-F238E27FC236}">
                <a16:creationId xmlns:a16="http://schemas.microsoft.com/office/drawing/2014/main" id="{090A6921-5D47-BAA2-445C-F86B7AF4B5BA}"/>
              </a:ext>
            </a:extLst>
          </p:cNvPr>
          <p:cNvSpPr>
            <a:spLocks noGrp="1"/>
          </p:cNvSpPr>
          <p:nvPr>
            <p:ph type="sldNum" sz="quarter" idx="10"/>
          </p:nvPr>
        </p:nvSpPr>
        <p:spPr/>
        <p:txBody>
          <a:bodyPr/>
          <a:lstStyle/>
          <a:p>
            <a:fld id="{C6684DFB-8BCD-4B6F-9AA1-83F3BA61DF41}" type="slidenum">
              <a:rPr lang="en-US" smtClean="0"/>
              <a:pPr/>
              <a:t>29</a:t>
            </a:fld>
            <a:endParaRPr lang="en-US"/>
          </a:p>
        </p:txBody>
      </p:sp>
      <p:pic>
        <p:nvPicPr>
          <p:cNvPr id="6" name="Picture 5">
            <a:extLst>
              <a:ext uri="{FF2B5EF4-FFF2-40B4-BE49-F238E27FC236}">
                <a16:creationId xmlns:a16="http://schemas.microsoft.com/office/drawing/2014/main" id="{F2D947F5-184F-155C-170D-DCAB32B2378E}"/>
              </a:ext>
            </a:extLst>
          </p:cNvPr>
          <p:cNvPicPr>
            <a:picLocks noChangeAspect="1"/>
          </p:cNvPicPr>
          <p:nvPr/>
        </p:nvPicPr>
        <p:blipFill>
          <a:blip r:embed="rId2"/>
          <a:stretch>
            <a:fillRect/>
          </a:stretch>
        </p:blipFill>
        <p:spPr>
          <a:xfrm>
            <a:off x="245608" y="3323923"/>
            <a:ext cx="4696480" cy="2162477"/>
          </a:xfrm>
          <a:prstGeom prst="rect">
            <a:avLst/>
          </a:prstGeom>
        </p:spPr>
      </p:pic>
      <p:sp>
        <p:nvSpPr>
          <p:cNvPr id="8" name="TextBox 7">
            <a:extLst>
              <a:ext uri="{FF2B5EF4-FFF2-40B4-BE49-F238E27FC236}">
                <a16:creationId xmlns:a16="http://schemas.microsoft.com/office/drawing/2014/main" id="{CC317FA9-C75B-2442-3BAA-95C2D8BF231A}"/>
              </a:ext>
            </a:extLst>
          </p:cNvPr>
          <p:cNvSpPr txBox="1"/>
          <p:nvPr/>
        </p:nvSpPr>
        <p:spPr>
          <a:xfrm>
            <a:off x="245608" y="5606013"/>
            <a:ext cx="6094476" cy="461665"/>
          </a:xfrm>
          <a:prstGeom prst="rect">
            <a:avLst/>
          </a:prstGeom>
          <a:noFill/>
        </p:spPr>
        <p:txBody>
          <a:bodyPr wrap="square">
            <a:spAutoFit/>
          </a:bodyPr>
          <a:lstStyle/>
          <a:p>
            <a:r>
              <a:rPr lang="en-US" sz="1200" dirty="0"/>
              <a:t>“An Embarrassingly Simple Approach for Trojan Attack in Deep Neural Networks“ </a:t>
            </a:r>
            <a:r>
              <a:rPr lang="en-US" sz="1200" dirty="0" err="1"/>
              <a:t>Ruixiang</a:t>
            </a:r>
            <a:r>
              <a:rPr lang="en-US" sz="1200" dirty="0"/>
              <a:t> Tang, </a:t>
            </a:r>
            <a:r>
              <a:rPr lang="en-US" sz="1200" dirty="0" err="1"/>
              <a:t>Mengnan</a:t>
            </a:r>
            <a:r>
              <a:rPr lang="en-US" sz="1200" dirty="0"/>
              <a:t> Du, </a:t>
            </a:r>
            <a:r>
              <a:rPr lang="en-US" sz="1200" dirty="0" err="1"/>
              <a:t>Ninghao</a:t>
            </a:r>
            <a:r>
              <a:rPr lang="en-US" sz="1200" dirty="0"/>
              <a:t> Liu, Fan Yang, Xia Hu</a:t>
            </a:r>
          </a:p>
        </p:txBody>
      </p:sp>
      <p:pic>
        <p:nvPicPr>
          <p:cNvPr id="10" name="Picture 9">
            <a:extLst>
              <a:ext uri="{FF2B5EF4-FFF2-40B4-BE49-F238E27FC236}">
                <a16:creationId xmlns:a16="http://schemas.microsoft.com/office/drawing/2014/main" id="{A9D2056B-F116-8A7D-C317-CBD0D47A020A}"/>
              </a:ext>
            </a:extLst>
          </p:cNvPr>
          <p:cNvPicPr>
            <a:picLocks noChangeAspect="1"/>
          </p:cNvPicPr>
          <p:nvPr/>
        </p:nvPicPr>
        <p:blipFill>
          <a:blip r:embed="rId3"/>
          <a:stretch>
            <a:fillRect/>
          </a:stretch>
        </p:blipFill>
        <p:spPr>
          <a:xfrm>
            <a:off x="6251240" y="3278707"/>
            <a:ext cx="5201376" cy="2038635"/>
          </a:xfrm>
          <a:prstGeom prst="rect">
            <a:avLst/>
          </a:prstGeom>
        </p:spPr>
      </p:pic>
      <p:sp>
        <p:nvSpPr>
          <p:cNvPr id="12" name="TextBox 11">
            <a:extLst>
              <a:ext uri="{FF2B5EF4-FFF2-40B4-BE49-F238E27FC236}">
                <a16:creationId xmlns:a16="http://schemas.microsoft.com/office/drawing/2014/main" id="{00BAD739-25CF-5628-FEA6-8A500913AE1B}"/>
              </a:ext>
            </a:extLst>
          </p:cNvPr>
          <p:cNvSpPr txBox="1"/>
          <p:nvPr/>
        </p:nvSpPr>
        <p:spPr>
          <a:xfrm>
            <a:off x="6097524" y="5421346"/>
            <a:ext cx="6094476" cy="830997"/>
          </a:xfrm>
          <a:prstGeom prst="rect">
            <a:avLst/>
          </a:prstGeom>
          <a:noFill/>
        </p:spPr>
        <p:txBody>
          <a:bodyPr wrap="square">
            <a:spAutoFit/>
          </a:bodyPr>
          <a:lstStyle/>
          <a:p>
            <a:r>
              <a:rPr lang="en-US" sz="1200" dirty="0"/>
              <a:t>“Poisoning attacks on LLMs require a near-constant number of poison samples”</a:t>
            </a:r>
          </a:p>
          <a:p>
            <a:r>
              <a:rPr lang="en-US" sz="1200" dirty="0"/>
              <a:t> Souly et al. </a:t>
            </a:r>
          </a:p>
          <a:p>
            <a:pPr marL="171450" indent="-171450">
              <a:buFontTx/>
              <a:buChar char="-"/>
            </a:pPr>
            <a:r>
              <a:rPr lang="en-US" sz="1200" dirty="0"/>
              <a:t>As little as 250 poisoned documents needed to reliably backdoor LLMs </a:t>
            </a:r>
          </a:p>
          <a:p>
            <a:pPr marL="171450" indent="-171450">
              <a:buFontTx/>
              <a:buChar char="-"/>
            </a:pPr>
            <a:r>
              <a:rPr lang="en-US" sz="1200" dirty="0"/>
              <a:t>Larger models are MORE vulnerable than smaller models</a:t>
            </a:r>
          </a:p>
        </p:txBody>
      </p:sp>
    </p:spTree>
    <p:extLst>
      <p:ext uri="{BB962C8B-B14F-4D97-AF65-F5344CB8AC3E}">
        <p14:creationId xmlns:p14="http://schemas.microsoft.com/office/powerpoint/2010/main" val="24875372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3A0C3-3830-30F8-F4C6-0EA0570CCDA5}"/>
              </a:ext>
            </a:extLst>
          </p:cNvPr>
          <p:cNvSpPr>
            <a:spLocks noGrp="1"/>
          </p:cNvSpPr>
          <p:nvPr>
            <p:ph type="title"/>
          </p:nvPr>
        </p:nvSpPr>
        <p:spPr/>
        <p:txBody>
          <a:bodyPr/>
          <a:lstStyle/>
          <a:p>
            <a:r>
              <a:rPr lang="en-US" dirty="0"/>
              <a:t>Deployment invites attack</a:t>
            </a:r>
          </a:p>
        </p:txBody>
      </p:sp>
      <p:sp>
        <p:nvSpPr>
          <p:cNvPr id="3" name="Content Placeholder 2">
            <a:extLst>
              <a:ext uri="{FF2B5EF4-FFF2-40B4-BE49-F238E27FC236}">
                <a16:creationId xmlns:a16="http://schemas.microsoft.com/office/drawing/2014/main" id="{577D3FFE-04E9-BCA8-93CA-383876ADAA2A}"/>
              </a:ext>
            </a:extLst>
          </p:cNvPr>
          <p:cNvSpPr>
            <a:spLocks noGrp="1"/>
          </p:cNvSpPr>
          <p:nvPr>
            <p:ph idx="1"/>
          </p:nvPr>
        </p:nvSpPr>
        <p:spPr>
          <a:xfrm>
            <a:off x="358612" y="2069594"/>
            <a:ext cx="7805000" cy="3892859"/>
          </a:xfrm>
        </p:spPr>
        <p:txBody>
          <a:bodyPr/>
          <a:lstStyle/>
          <a:p>
            <a:r>
              <a:rPr lang="en-US" dirty="0"/>
              <a:t>Surrogate to Target Transfer Scenario (STTS)</a:t>
            </a:r>
          </a:p>
          <a:p>
            <a:pPr lvl="1"/>
            <a:r>
              <a:rPr lang="en-US" dirty="0"/>
              <a:t>Different models trained on similar data tend to learn similar decision boundaries, even if their architectures differ</a:t>
            </a:r>
          </a:p>
          <a:p>
            <a:pPr lvl="1"/>
            <a:endParaRPr lang="en-US" dirty="0"/>
          </a:p>
          <a:p>
            <a:pPr lvl="1"/>
            <a:r>
              <a:rPr lang="en-US" dirty="0"/>
              <a:t>This is a security concern as you can attack unknown models without ever having access to them</a:t>
            </a:r>
          </a:p>
          <a:p>
            <a:endParaRPr lang="en-US" dirty="0"/>
          </a:p>
        </p:txBody>
      </p:sp>
      <p:sp>
        <p:nvSpPr>
          <p:cNvPr id="4" name="Slide Number Placeholder 3">
            <a:extLst>
              <a:ext uri="{FF2B5EF4-FFF2-40B4-BE49-F238E27FC236}">
                <a16:creationId xmlns:a16="http://schemas.microsoft.com/office/drawing/2014/main" id="{E90651DD-18E7-E9E6-1068-1E114D2BF253}"/>
              </a:ext>
            </a:extLst>
          </p:cNvPr>
          <p:cNvSpPr>
            <a:spLocks noGrp="1"/>
          </p:cNvSpPr>
          <p:nvPr>
            <p:ph type="sldNum" sz="quarter" idx="10"/>
          </p:nvPr>
        </p:nvSpPr>
        <p:spPr/>
        <p:txBody>
          <a:bodyPr/>
          <a:lstStyle/>
          <a:p>
            <a:fld id="{C6684DFB-8BCD-4B6F-9AA1-83F3BA61DF41}" type="slidenum">
              <a:rPr lang="en-US" smtClean="0"/>
              <a:pPr/>
              <a:t>30</a:t>
            </a:fld>
            <a:endParaRPr lang="en-US"/>
          </a:p>
        </p:txBody>
      </p:sp>
      <p:pic>
        <p:nvPicPr>
          <p:cNvPr id="6" name="Graphic 5">
            <a:extLst>
              <a:ext uri="{FF2B5EF4-FFF2-40B4-BE49-F238E27FC236}">
                <a16:creationId xmlns:a16="http://schemas.microsoft.com/office/drawing/2014/main" id="{C6F78153-2080-FCD2-3182-3B27547AE2DB}"/>
              </a:ext>
            </a:extLst>
          </p:cNvPr>
          <p:cNvPicPr>
            <a:picLocks noChangeAspect="1"/>
          </p:cNvPicPr>
          <p:nvPr/>
        </p:nvPicPr>
        <p:blipFill>
          <a:blip r:embed="rId2">
            <a:extLst>
              <a:ext uri="{96DAC541-7B7A-43D3-8B79-37D633B846F1}">
                <asvg:svgBlip xmlns:asvg="http://schemas.microsoft.com/office/drawing/2016/SVG/main" r:embed="rId3"/>
              </a:ext>
            </a:extLst>
          </a:blip>
          <a:srcRect l="12912" t="4798" r="52766" b="62625"/>
          <a:stretch>
            <a:fillRect/>
          </a:stretch>
        </p:blipFill>
        <p:spPr>
          <a:xfrm>
            <a:off x="8312972" y="1598711"/>
            <a:ext cx="3338456" cy="4481784"/>
          </a:xfrm>
          <a:prstGeom prst="rect">
            <a:avLst/>
          </a:prstGeom>
        </p:spPr>
      </p:pic>
      <p:pic>
        <p:nvPicPr>
          <p:cNvPr id="8" name="Picture 7">
            <a:extLst>
              <a:ext uri="{FF2B5EF4-FFF2-40B4-BE49-F238E27FC236}">
                <a16:creationId xmlns:a16="http://schemas.microsoft.com/office/drawing/2014/main" id="{11DEC41E-680D-F400-A51F-BF635F9D7B07}"/>
              </a:ext>
            </a:extLst>
          </p:cNvPr>
          <p:cNvPicPr>
            <a:picLocks noChangeAspect="1"/>
          </p:cNvPicPr>
          <p:nvPr/>
        </p:nvPicPr>
        <p:blipFill>
          <a:blip r:embed="rId4"/>
          <a:stretch>
            <a:fillRect/>
          </a:stretch>
        </p:blipFill>
        <p:spPr>
          <a:xfrm>
            <a:off x="1993327" y="2336533"/>
            <a:ext cx="4865715" cy="2343354"/>
          </a:xfrm>
          <a:prstGeom prst="rect">
            <a:avLst/>
          </a:prstGeom>
        </p:spPr>
      </p:pic>
    </p:spTree>
    <p:extLst>
      <p:ext uri="{BB962C8B-B14F-4D97-AF65-F5344CB8AC3E}">
        <p14:creationId xmlns:p14="http://schemas.microsoft.com/office/powerpoint/2010/main" val="41489390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E5FD3-22AC-CE35-BBE6-D029B20A259F}"/>
              </a:ext>
            </a:extLst>
          </p:cNvPr>
          <p:cNvSpPr>
            <a:spLocks noGrp="1"/>
          </p:cNvSpPr>
          <p:nvPr>
            <p:ph type="title"/>
          </p:nvPr>
        </p:nvSpPr>
        <p:spPr/>
        <p:txBody>
          <a:bodyPr/>
          <a:lstStyle/>
          <a:p>
            <a:r>
              <a:rPr lang="en-US" dirty="0"/>
              <a:t>What if we could see what a network learned without ANY holdout data?</a:t>
            </a:r>
          </a:p>
        </p:txBody>
      </p:sp>
      <p:sp>
        <p:nvSpPr>
          <p:cNvPr id="3" name="Content Placeholder 2">
            <a:extLst>
              <a:ext uri="{FF2B5EF4-FFF2-40B4-BE49-F238E27FC236}">
                <a16:creationId xmlns:a16="http://schemas.microsoft.com/office/drawing/2014/main" id="{B2059F83-4094-4F31-E2E9-19AC33C8F303}"/>
              </a:ext>
            </a:extLst>
          </p:cNvPr>
          <p:cNvSpPr>
            <a:spLocks noGrp="1"/>
          </p:cNvSpPr>
          <p:nvPr>
            <p:ph idx="1"/>
          </p:nvPr>
        </p:nvSpPr>
        <p:spPr/>
        <p:txBody>
          <a:bodyPr/>
          <a:lstStyle/>
          <a:p>
            <a:r>
              <a:rPr lang="en-US" dirty="0"/>
              <a:t>Adversarial Particle Swarm Optimization</a:t>
            </a:r>
          </a:p>
          <a:p>
            <a:endParaRPr lang="en-US" dirty="0"/>
          </a:p>
        </p:txBody>
      </p:sp>
      <p:sp>
        <p:nvSpPr>
          <p:cNvPr id="4" name="Slide Number Placeholder 3">
            <a:extLst>
              <a:ext uri="{FF2B5EF4-FFF2-40B4-BE49-F238E27FC236}">
                <a16:creationId xmlns:a16="http://schemas.microsoft.com/office/drawing/2014/main" id="{5321B5C5-0EC4-B41C-9977-79F374085F79}"/>
              </a:ext>
            </a:extLst>
          </p:cNvPr>
          <p:cNvSpPr>
            <a:spLocks noGrp="1"/>
          </p:cNvSpPr>
          <p:nvPr>
            <p:ph type="sldNum" sz="quarter" idx="10"/>
          </p:nvPr>
        </p:nvSpPr>
        <p:spPr/>
        <p:txBody>
          <a:bodyPr/>
          <a:lstStyle/>
          <a:p>
            <a:fld id="{C6684DFB-8BCD-4B6F-9AA1-83F3BA61DF41}" type="slidenum">
              <a:rPr lang="en-US" smtClean="0"/>
              <a:pPr/>
              <a:t>31</a:t>
            </a:fld>
            <a:endParaRPr lang="en-US"/>
          </a:p>
        </p:txBody>
      </p:sp>
      <p:pic>
        <p:nvPicPr>
          <p:cNvPr id="6" name="Picture 5">
            <a:extLst>
              <a:ext uri="{FF2B5EF4-FFF2-40B4-BE49-F238E27FC236}">
                <a16:creationId xmlns:a16="http://schemas.microsoft.com/office/drawing/2014/main" id="{38E2A3BF-6870-9D09-B064-A21ECA4CFFE2}"/>
              </a:ext>
            </a:extLst>
          </p:cNvPr>
          <p:cNvPicPr>
            <a:picLocks noChangeAspect="1"/>
          </p:cNvPicPr>
          <p:nvPr/>
        </p:nvPicPr>
        <p:blipFill>
          <a:blip r:embed="rId2"/>
          <a:stretch>
            <a:fillRect/>
          </a:stretch>
        </p:blipFill>
        <p:spPr>
          <a:xfrm>
            <a:off x="1886565" y="2620492"/>
            <a:ext cx="4721730" cy="3400111"/>
          </a:xfrm>
          <a:prstGeom prst="rect">
            <a:avLst/>
          </a:prstGeom>
        </p:spPr>
      </p:pic>
      <p:sp>
        <p:nvSpPr>
          <p:cNvPr id="7" name="TextBox 6">
            <a:extLst>
              <a:ext uri="{FF2B5EF4-FFF2-40B4-BE49-F238E27FC236}">
                <a16:creationId xmlns:a16="http://schemas.microsoft.com/office/drawing/2014/main" id="{7148F777-81BC-746E-5301-2A9AF37736C7}"/>
              </a:ext>
            </a:extLst>
          </p:cNvPr>
          <p:cNvSpPr txBox="1"/>
          <p:nvPr/>
        </p:nvSpPr>
        <p:spPr>
          <a:xfrm>
            <a:off x="7344075" y="2735497"/>
            <a:ext cx="4408370" cy="3170099"/>
          </a:xfrm>
          <a:prstGeom prst="rect">
            <a:avLst/>
          </a:prstGeom>
          <a:noFill/>
        </p:spPr>
        <p:txBody>
          <a:bodyPr wrap="square" rtlCol="0">
            <a:spAutoFit/>
          </a:bodyPr>
          <a:lstStyle/>
          <a:p>
            <a:r>
              <a:rPr lang="en-US" sz="2000" b="1" dirty="0"/>
              <a:t>Derivative-Free:</a:t>
            </a:r>
            <a:r>
              <a:rPr lang="en-US" sz="2000" dirty="0"/>
              <a:t> Does not rely on gradients</a:t>
            </a:r>
          </a:p>
          <a:p>
            <a:endParaRPr lang="en-US" sz="2000" dirty="0"/>
          </a:p>
          <a:p>
            <a:r>
              <a:rPr lang="en-US" sz="2000" b="1" dirty="0"/>
              <a:t>Population-Based: </a:t>
            </a:r>
            <a:r>
              <a:rPr lang="en-US" sz="2000" dirty="0"/>
              <a:t>A swarm of particle explore the input space simultaneously</a:t>
            </a:r>
          </a:p>
          <a:p>
            <a:endParaRPr lang="en-US" sz="2000" dirty="0"/>
          </a:p>
          <a:p>
            <a:r>
              <a:rPr lang="en-US" sz="2000" b="1" dirty="0"/>
              <a:t>Social Intelligence: </a:t>
            </a:r>
            <a:r>
              <a:rPr lang="en-US" sz="2000" dirty="0"/>
              <a:t>Particles communicate to find global weakness, not just local artifacts</a:t>
            </a:r>
          </a:p>
        </p:txBody>
      </p:sp>
      <p:pic>
        <p:nvPicPr>
          <p:cNvPr id="8" name="Picture 7">
            <a:extLst>
              <a:ext uri="{FF2B5EF4-FFF2-40B4-BE49-F238E27FC236}">
                <a16:creationId xmlns:a16="http://schemas.microsoft.com/office/drawing/2014/main" id="{A713F5A3-15F8-37E1-A0D0-302E1BD26866}"/>
              </a:ext>
            </a:extLst>
          </p:cNvPr>
          <p:cNvPicPr>
            <a:picLocks noChangeAspect="1"/>
          </p:cNvPicPr>
          <p:nvPr/>
        </p:nvPicPr>
        <p:blipFill>
          <a:blip r:embed="rId3"/>
          <a:stretch>
            <a:fillRect/>
          </a:stretch>
        </p:blipFill>
        <p:spPr>
          <a:xfrm>
            <a:off x="0" y="6005350"/>
            <a:ext cx="838200" cy="852650"/>
          </a:xfrm>
          <a:prstGeom prst="rect">
            <a:avLst/>
          </a:prstGeom>
        </p:spPr>
      </p:pic>
      <p:sp>
        <p:nvSpPr>
          <p:cNvPr id="9" name="TextBox 8">
            <a:extLst>
              <a:ext uri="{FF2B5EF4-FFF2-40B4-BE49-F238E27FC236}">
                <a16:creationId xmlns:a16="http://schemas.microsoft.com/office/drawing/2014/main" id="{72283C22-3E64-10F5-1CB3-B33F8858931A}"/>
              </a:ext>
            </a:extLst>
          </p:cNvPr>
          <p:cNvSpPr txBox="1"/>
          <p:nvPr/>
        </p:nvSpPr>
        <p:spPr>
          <a:xfrm>
            <a:off x="-199763" y="5612821"/>
            <a:ext cx="1278636" cy="415498"/>
          </a:xfrm>
          <a:prstGeom prst="rect">
            <a:avLst/>
          </a:prstGeom>
          <a:noFill/>
        </p:spPr>
        <p:txBody>
          <a:bodyPr wrap="square" rtlCol="0">
            <a:spAutoFit/>
          </a:bodyPr>
          <a:lstStyle/>
          <a:p>
            <a:pPr algn="ctr"/>
            <a:r>
              <a:rPr lang="en-US" sz="1050" dirty="0"/>
              <a:t>Gafur et al. </a:t>
            </a:r>
          </a:p>
          <a:p>
            <a:pPr algn="ctr"/>
            <a:r>
              <a:rPr lang="en-US" sz="1050" dirty="0"/>
              <a:t>2024</a:t>
            </a:r>
          </a:p>
        </p:txBody>
      </p:sp>
    </p:spTree>
    <p:extLst>
      <p:ext uri="{BB962C8B-B14F-4D97-AF65-F5344CB8AC3E}">
        <p14:creationId xmlns:p14="http://schemas.microsoft.com/office/powerpoint/2010/main" val="3539851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C172A-13DB-C5C1-AEB2-3F91AEB29A86}"/>
              </a:ext>
            </a:extLst>
          </p:cNvPr>
          <p:cNvSpPr>
            <a:spLocks noGrp="1"/>
          </p:cNvSpPr>
          <p:nvPr>
            <p:ph type="title"/>
          </p:nvPr>
        </p:nvSpPr>
        <p:spPr/>
        <p:txBody>
          <a:bodyPr/>
          <a:lstStyle/>
          <a:p>
            <a:r>
              <a:rPr lang="en-US" dirty="0"/>
              <a:t>What does APSO “See” on a trained model</a:t>
            </a:r>
          </a:p>
        </p:txBody>
      </p:sp>
      <p:sp>
        <p:nvSpPr>
          <p:cNvPr id="4" name="Slide Number Placeholder 3">
            <a:extLst>
              <a:ext uri="{FF2B5EF4-FFF2-40B4-BE49-F238E27FC236}">
                <a16:creationId xmlns:a16="http://schemas.microsoft.com/office/drawing/2014/main" id="{BA13E800-6C42-B83B-858C-8090E777B6C5}"/>
              </a:ext>
            </a:extLst>
          </p:cNvPr>
          <p:cNvSpPr>
            <a:spLocks noGrp="1"/>
          </p:cNvSpPr>
          <p:nvPr>
            <p:ph type="sldNum" sz="quarter" idx="10"/>
          </p:nvPr>
        </p:nvSpPr>
        <p:spPr/>
        <p:txBody>
          <a:bodyPr/>
          <a:lstStyle/>
          <a:p>
            <a:fld id="{C6684DFB-8BCD-4B6F-9AA1-83F3BA61DF41}" type="slidenum">
              <a:rPr lang="en-US" smtClean="0"/>
              <a:pPr/>
              <a:t>32</a:t>
            </a:fld>
            <a:endParaRPr lang="en-US"/>
          </a:p>
        </p:txBody>
      </p:sp>
      <p:pic>
        <p:nvPicPr>
          <p:cNvPr id="6" name="Picture 5">
            <a:extLst>
              <a:ext uri="{FF2B5EF4-FFF2-40B4-BE49-F238E27FC236}">
                <a16:creationId xmlns:a16="http://schemas.microsoft.com/office/drawing/2014/main" id="{54D5A3DD-1AD6-E2AE-318F-1E9CD68D68E4}"/>
              </a:ext>
            </a:extLst>
          </p:cNvPr>
          <p:cNvPicPr>
            <a:picLocks noChangeAspect="1"/>
          </p:cNvPicPr>
          <p:nvPr/>
        </p:nvPicPr>
        <p:blipFill>
          <a:blip r:embed="rId2"/>
          <a:stretch>
            <a:fillRect/>
          </a:stretch>
        </p:blipFill>
        <p:spPr>
          <a:xfrm>
            <a:off x="952500" y="1618162"/>
            <a:ext cx="9192768" cy="4398293"/>
          </a:xfrm>
          <a:prstGeom prst="rect">
            <a:avLst/>
          </a:prstGeom>
        </p:spPr>
      </p:pic>
    </p:spTree>
    <p:extLst>
      <p:ext uri="{BB962C8B-B14F-4D97-AF65-F5344CB8AC3E}">
        <p14:creationId xmlns:p14="http://schemas.microsoft.com/office/powerpoint/2010/main" val="21940571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7B5AE-778E-E233-321F-508BE3F1EDA3}"/>
              </a:ext>
            </a:extLst>
          </p:cNvPr>
          <p:cNvSpPr>
            <a:spLocks noGrp="1"/>
          </p:cNvSpPr>
          <p:nvPr>
            <p:ph type="title"/>
          </p:nvPr>
        </p:nvSpPr>
        <p:spPr/>
        <p:txBody>
          <a:bodyPr/>
          <a:lstStyle/>
          <a:p>
            <a:r>
              <a:rPr lang="en-US" dirty="0"/>
              <a:t>What is the minimum information required for inference?</a:t>
            </a:r>
          </a:p>
        </p:txBody>
      </p:sp>
      <p:sp>
        <p:nvSpPr>
          <p:cNvPr id="4" name="Slide Number Placeholder 3">
            <a:extLst>
              <a:ext uri="{FF2B5EF4-FFF2-40B4-BE49-F238E27FC236}">
                <a16:creationId xmlns:a16="http://schemas.microsoft.com/office/drawing/2014/main" id="{491640B7-B34B-B138-6160-9661A8692E3D}"/>
              </a:ext>
            </a:extLst>
          </p:cNvPr>
          <p:cNvSpPr>
            <a:spLocks noGrp="1"/>
          </p:cNvSpPr>
          <p:nvPr>
            <p:ph type="sldNum" sz="quarter" idx="10"/>
          </p:nvPr>
        </p:nvSpPr>
        <p:spPr/>
        <p:txBody>
          <a:bodyPr/>
          <a:lstStyle/>
          <a:p>
            <a:fld id="{C6684DFB-8BCD-4B6F-9AA1-83F3BA61DF41}" type="slidenum">
              <a:rPr lang="en-US" smtClean="0"/>
              <a:pPr/>
              <a:t>33</a:t>
            </a:fld>
            <a:endParaRPr lang="en-US"/>
          </a:p>
        </p:txBody>
      </p:sp>
      <p:pic>
        <p:nvPicPr>
          <p:cNvPr id="6" name="Picture 5">
            <a:extLst>
              <a:ext uri="{FF2B5EF4-FFF2-40B4-BE49-F238E27FC236}">
                <a16:creationId xmlns:a16="http://schemas.microsoft.com/office/drawing/2014/main" id="{FE5CD6A5-2182-7A42-20AC-E8E357D9DE27}"/>
              </a:ext>
            </a:extLst>
          </p:cNvPr>
          <p:cNvPicPr>
            <a:picLocks noChangeAspect="1"/>
          </p:cNvPicPr>
          <p:nvPr/>
        </p:nvPicPr>
        <p:blipFill>
          <a:blip r:embed="rId2"/>
          <a:stretch>
            <a:fillRect/>
          </a:stretch>
        </p:blipFill>
        <p:spPr>
          <a:xfrm>
            <a:off x="952500" y="1721374"/>
            <a:ext cx="8884920" cy="4448954"/>
          </a:xfrm>
          <a:prstGeom prst="rect">
            <a:avLst/>
          </a:prstGeom>
        </p:spPr>
      </p:pic>
    </p:spTree>
    <p:extLst>
      <p:ext uri="{BB962C8B-B14F-4D97-AF65-F5344CB8AC3E}">
        <p14:creationId xmlns:p14="http://schemas.microsoft.com/office/powerpoint/2010/main" val="35069209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ABAC1-BCE5-6A50-950B-131A03FC23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9AC482-E88C-0DD8-5F31-D699B35042AB}"/>
              </a:ext>
            </a:extLst>
          </p:cNvPr>
          <p:cNvSpPr>
            <a:spLocks noGrp="1"/>
          </p:cNvSpPr>
          <p:nvPr>
            <p:ph type="title"/>
          </p:nvPr>
        </p:nvSpPr>
        <p:spPr/>
        <p:txBody>
          <a:bodyPr/>
          <a:lstStyle/>
          <a:p>
            <a:r>
              <a:rPr lang="en-US" dirty="0"/>
              <a:t>What if we start off with some known knowledge?</a:t>
            </a:r>
          </a:p>
        </p:txBody>
      </p:sp>
      <p:sp>
        <p:nvSpPr>
          <p:cNvPr id="4" name="Slide Number Placeholder 3">
            <a:extLst>
              <a:ext uri="{FF2B5EF4-FFF2-40B4-BE49-F238E27FC236}">
                <a16:creationId xmlns:a16="http://schemas.microsoft.com/office/drawing/2014/main" id="{35A98F1A-2B40-8F64-B9FA-E5D847AE5FB2}"/>
              </a:ext>
            </a:extLst>
          </p:cNvPr>
          <p:cNvSpPr>
            <a:spLocks noGrp="1"/>
          </p:cNvSpPr>
          <p:nvPr>
            <p:ph type="sldNum" sz="quarter" idx="10"/>
          </p:nvPr>
        </p:nvSpPr>
        <p:spPr/>
        <p:txBody>
          <a:bodyPr/>
          <a:lstStyle/>
          <a:p>
            <a:fld id="{C6684DFB-8BCD-4B6F-9AA1-83F3BA61DF41}" type="slidenum">
              <a:rPr lang="en-US" smtClean="0"/>
              <a:pPr/>
              <a:t>34</a:t>
            </a:fld>
            <a:endParaRPr lang="en-US"/>
          </a:p>
        </p:txBody>
      </p:sp>
      <p:pic>
        <p:nvPicPr>
          <p:cNvPr id="6" name="Picture 5">
            <a:extLst>
              <a:ext uri="{FF2B5EF4-FFF2-40B4-BE49-F238E27FC236}">
                <a16:creationId xmlns:a16="http://schemas.microsoft.com/office/drawing/2014/main" id="{970040CD-5048-FD1D-9BAD-3C407B8BC00B}"/>
              </a:ext>
            </a:extLst>
          </p:cNvPr>
          <p:cNvPicPr>
            <a:picLocks noChangeAspect="1"/>
          </p:cNvPicPr>
          <p:nvPr/>
        </p:nvPicPr>
        <p:blipFill>
          <a:blip r:embed="rId2"/>
          <a:stretch>
            <a:fillRect/>
          </a:stretch>
        </p:blipFill>
        <p:spPr>
          <a:xfrm>
            <a:off x="1619671" y="1886108"/>
            <a:ext cx="9112498" cy="4276256"/>
          </a:xfrm>
          <a:prstGeom prst="rect">
            <a:avLst/>
          </a:prstGeom>
        </p:spPr>
      </p:pic>
    </p:spTree>
    <p:extLst>
      <p:ext uri="{BB962C8B-B14F-4D97-AF65-F5344CB8AC3E}">
        <p14:creationId xmlns:p14="http://schemas.microsoft.com/office/powerpoint/2010/main" val="36341835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85E91-C2B8-FFC1-54D6-57DD7F6F76EB}"/>
              </a:ext>
            </a:extLst>
          </p:cNvPr>
          <p:cNvSpPr>
            <a:spLocks noGrp="1"/>
          </p:cNvSpPr>
          <p:nvPr>
            <p:ph type="title"/>
          </p:nvPr>
        </p:nvSpPr>
        <p:spPr>
          <a:xfrm>
            <a:off x="952500" y="389509"/>
            <a:ext cx="10287000" cy="1331865"/>
          </a:xfrm>
        </p:spPr>
        <p:txBody>
          <a:bodyPr anchor="ctr">
            <a:normAutofit/>
          </a:bodyPr>
          <a:lstStyle/>
          <a:p>
            <a:r>
              <a:rPr lang="en-US" dirty="0"/>
              <a:t>What’s the minimum information required for poisoning? </a:t>
            </a:r>
          </a:p>
        </p:txBody>
      </p:sp>
      <p:pic>
        <p:nvPicPr>
          <p:cNvPr id="6" name="Picture 5">
            <a:extLst>
              <a:ext uri="{FF2B5EF4-FFF2-40B4-BE49-F238E27FC236}">
                <a16:creationId xmlns:a16="http://schemas.microsoft.com/office/drawing/2014/main" id="{F0621884-8A49-4D6C-A023-DB46FCBDAA67}"/>
              </a:ext>
            </a:extLst>
          </p:cNvPr>
          <p:cNvPicPr>
            <a:picLocks noChangeAspect="1"/>
          </p:cNvPicPr>
          <p:nvPr/>
        </p:nvPicPr>
        <p:blipFill>
          <a:blip r:embed="rId2"/>
          <a:stretch>
            <a:fillRect/>
          </a:stretch>
        </p:blipFill>
        <p:spPr>
          <a:xfrm>
            <a:off x="1841508" y="2050741"/>
            <a:ext cx="8508983" cy="3892859"/>
          </a:xfrm>
          <a:prstGeom prst="rect">
            <a:avLst/>
          </a:prstGeom>
          <a:noFill/>
        </p:spPr>
      </p:pic>
      <p:sp>
        <p:nvSpPr>
          <p:cNvPr id="4" name="Slide Number Placeholder 3">
            <a:extLst>
              <a:ext uri="{FF2B5EF4-FFF2-40B4-BE49-F238E27FC236}">
                <a16:creationId xmlns:a16="http://schemas.microsoft.com/office/drawing/2014/main" id="{0DF48CBD-FB51-E69D-4BB6-60614D756EAC}"/>
              </a:ext>
            </a:extLst>
          </p:cNvPr>
          <p:cNvSpPr>
            <a:spLocks noGrp="1"/>
          </p:cNvSpPr>
          <p:nvPr>
            <p:ph type="sldNum" sz="quarter" idx="10"/>
          </p:nvPr>
        </p:nvSpPr>
        <p:spPr>
          <a:xfrm>
            <a:off x="8610600" y="6356350"/>
            <a:ext cx="2743200" cy="365125"/>
          </a:xfrm>
        </p:spPr>
        <p:txBody>
          <a:bodyPr anchor="ctr">
            <a:normAutofit/>
          </a:bodyPr>
          <a:lstStyle/>
          <a:p>
            <a:pPr>
              <a:spcAft>
                <a:spcPts val="600"/>
              </a:spcAft>
            </a:pPr>
            <a:fld id="{C6684DFB-8BCD-4B6F-9AA1-83F3BA61DF41}" type="slidenum">
              <a:rPr lang="en-US" smtClean="0"/>
              <a:pPr>
                <a:spcAft>
                  <a:spcPts val="600"/>
                </a:spcAft>
              </a:pPr>
              <a:t>35</a:t>
            </a:fld>
            <a:endParaRPr lang="en-US"/>
          </a:p>
        </p:txBody>
      </p:sp>
    </p:spTree>
    <p:extLst>
      <p:ext uri="{BB962C8B-B14F-4D97-AF65-F5344CB8AC3E}">
        <p14:creationId xmlns:p14="http://schemas.microsoft.com/office/powerpoint/2010/main" val="4310164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01FC0-EFEF-68DD-6C24-65B243D61E7C}"/>
              </a:ext>
            </a:extLst>
          </p:cNvPr>
          <p:cNvSpPr>
            <a:spLocks noGrp="1"/>
          </p:cNvSpPr>
          <p:nvPr>
            <p:ph type="title"/>
          </p:nvPr>
        </p:nvSpPr>
        <p:spPr/>
        <p:txBody>
          <a:bodyPr/>
          <a:lstStyle/>
          <a:p>
            <a:r>
              <a:rPr lang="en-US" dirty="0"/>
              <a:t>How are robust are different architectures to APSO-poisoning? </a:t>
            </a:r>
          </a:p>
        </p:txBody>
      </p:sp>
      <p:pic>
        <p:nvPicPr>
          <p:cNvPr id="6" name="Content Placeholder 5">
            <a:extLst>
              <a:ext uri="{FF2B5EF4-FFF2-40B4-BE49-F238E27FC236}">
                <a16:creationId xmlns:a16="http://schemas.microsoft.com/office/drawing/2014/main" id="{9807F97B-D0B0-513C-9BC6-6A0F498A5338}"/>
              </a:ext>
            </a:extLst>
          </p:cNvPr>
          <p:cNvPicPr>
            <a:picLocks noGrp="1" noChangeAspect="1"/>
          </p:cNvPicPr>
          <p:nvPr>
            <p:ph idx="1"/>
          </p:nvPr>
        </p:nvPicPr>
        <p:blipFill>
          <a:blip r:embed="rId2"/>
          <a:stretch>
            <a:fillRect/>
          </a:stretch>
        </p:blipFill>
        <p:spPr>
          <a:xfrm>
            <a:off x="1959998" y="1815534"/>
            <a:ext cx="8272003" cy="4291694"/>
          </a:xfrm>
          <a:prstGeom prst="rect">
            <a:avLst/>
          </a:prstGeom>
        </p:spPr>
      </p:pic>
      <p:sp>
        <p:nvSpPr>
          <p:cNvPr id="4" name="Slide Number Placeholder 3">
            <a:extLst>
              <a:ext uri="{FF2B5EF4-FFF2-40B4-BE49-F238E27FC236}">
                <a16:creationId xmlns:a16="http://schemas.microsoft.com/office/drawing/2014/main" id="{AC70ECB2-F6EF-58E9-1354-5D780E1E084F}"/>
              </a:ext>
            </a:extLst>
          </p:cNvPr>
          <p:cNvSpPr>
            <a:spLocks noGrp="1"/>
          </p:cNvSpPr>
          <p:nvPr>
            <p:ph type="sldNum" sz="quarter" idx="10"/>
          </p:nvPr>
        </p:nvSpPr>
        <p:spPr/>
        <p:txBody>
          <a:bodyPr/>
          <a:lstStyle/>
          <a:p>
            <a:fld id="{C6684DFB-8BCD-4B6F-9AA1-83F3BA61DF41}" type="slidenum">
              <a:rPr lang="en-US" smtClean="0"/>
              <a:pPr/>
              <a:t>36</a:t>
            </a:fld>
            <a:endParaRPr lang="en-US"/>
          </a:p>
        </p:txBody>
      </p:sp>
      <p:pic>
        <p:nvPicPr>
          <p:cNvPr id="8" name="Picture 7">
            <a:extLst>
              <a:ext uri="{FF2B5EF4-FFF2-40B4-BE49-F238E27FC236}">
                <a16:creationId xmlns:a16="http://schemas.microsoft.com/office/drawing/2014/main" id="{0C0F0EB5-9891-D607-5A06-C33744C4EC04}"/>
              </a:ext>
            </a:extLst>
          </p:cNvPr>
          <p:cNvPicPr>
            <a:picLocks noChangeAspect="1"/>
          </p:cNvPicPr>
          <p:nvPr/>
        </p:nvPicPr>
        <p:blipFill>
          <a:blip r:embed="rId3"/>
          <a:stretch>
            <a:fillRect/>
          </a:stretch>
        </p:blipFill>
        <p:spPr>
          <a:xfrm>
            <a:off x="804855" y="2475273"/>
            <a:ext cx="11002911" cy="2972215"/>
          </a:xfrm>
          <a:prstGeom prst="rect">
            <a:avLst/>
          </a:prstGeom>
        </p:spPr>
      </p:pic>
    </p:spTree>
    <p:extLst>
      <p:ext uri="{BB962C8B-B14F-4D97-AF65-F5344CB8AC3E}">
        <p14:creationId xmlns:p14="http://schemas.microsoft.com/office/powerpoint/2010/main" val="42428468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CB279-CA19-DCFF-32BC-75324EFBBD33}"/>
              </a:ext>
            </a:extLst>
          </p:cNvPr>
          <p:cNvSpPr>
            <a:spLocks noGrp="1"/>
          </p:cNvSpPr>
          <p:nvPr>
            <p:ph type="title"/>
          </p:nvPr>
        </p:nvSpPr>
        <p:spPr/>
        <p:txBody>
          <a:bodyPr/>
          <a:lstStyle/>
          <a:p>
            <a:r>
              <a:rPr lang="en-US" dirty="0"/>
              <a:t>How much perturbation is required</a:t>
            </a:r>
          </a:p>
        </p:txBody>
      </p:sp>
      <p:sp>
        <p:nvSpPr>
          <p:cNvPr id="4" name="Slide Number Placeholder 3">
            <a:extLst>
              <a:ext uri="{FF2B5EF4-FFF2-40B4-BE49-F238E27FC236}">
                <a16:creationId xmlns:a16="http://schemas.microsoft.com/office/drawing/2014/main" id="{640370B7-6463-E23C-C1A4-5D939993DB2B}"/>
              </a:ext>
            </a:extLst>
          </p:cNvPr>
          <p:cNvSpPr>
            <a:spLocks noGrp="1"/>
          </p:cNvSpPr>
          <p:nvPr>
            <p:ph type="sldNum" sz="quarter" idx="11"/>
          </p:nvPr>
        </p:nvSpPr>
        <p:spPr/>
        <p:txBody>
          <a:bodyPr/>
          <a:lstStyle/>
          <a:p>
            <a:fld id="{C6684DFB-8BCD-4B6F-9AA1-83F3BA61DF41}" type="slidenum">
              <a:rPr lang="en-US" smtClean="0"/>
              <a:pPr/>
              <a:t>37</a:t>
            </a:fld>
            <a:endParaRPr lang="en-US"/>
          </a:p>
        </p:txBody>
      </p:sp>
      <p:pic>
        <p:nvPicPr>
          <p:cNvPr id="6" name="Picture 5">
            <a:extLst>
              <a:ext uri="{FF2B5EF4-FFF2-40B4-BE49-F238E27FC236}">
                <a16:creationId xmlns:a16="http://schemas.microsoft.com/office/drawing/2014/main" id="{7068C303-8A0C-D71F-4A19-9D71DD4F1E8C}"/>
              </a:ext>
            </a:extLst>
          </p:cNvPr>
          <p:cNvPicPr>
            <a:picLocks noChangeAspect="1"/>
          </p:cNvPicPr>
          <p:nvPr/>
        </p:nvPicPr>
        <p:blipFill>
          <a:blip r:embed="rId2"/>
          <a:stretch>
            <a:fillRect/>
          </a:stretch>
        </p:blipFill>
        <p:spPr>
          <a:xfrm>
            <a:off x="467946" y="1286898"/>
            <a:ext cx="9793067" cy="4448796"/>
          </a:xfrm>
          <a:prstGeom prst="rect">
            <a:avLst/>
          </a:prstGeom>
        </p:spPr>
      </p:pic>
      <p:sp>
        <p:nvSpPr>
          <p:cNvPr id="8" name="TextBox 7">
            <a:extLst>
              <a:ext uri="{FF2B5EF4-FFF2-40B4-BE49-F238E27FC236}">
                <a16:creationId xmlns:a16="http://schemas.microsoft.com/office/drawing/2014/main" id="{6D562D73-25F3-F703-0CD0-F98E55C6CB30}"/>
              </a:ext>
            </a:extLst>
          </p:cNvPr>
          <p:cNvSpPr txBox="1"/>
          <p:nvPr/>
        </p:nvSpPr>
        <p:spPr>
          <a:xfrm>
            <a:off x="10189083" y="2634133"/>
            <a:ext cx="2100834" cy="1754326"/>
          </a:xfrm>
          <a:prstGeom prst="rect">
            <a:avLst/>
          </a:prstGeom>
          <a:noFill/>
        </p:spPr>
        <p:txBody>
          <a:bodyPr wrap="square">
            <a:spAutoFit/>
          </a:bodyPr>
          <a:lstStyle/>
          <a:p>
            <a:pPr algn="ctr"/>
            <a:r>
              <a:rPr lang="en-US" b="1" dirty="0"/>
              <a:t>Resilience does not necessarily correlate with amount of perturbation required</a:t>
            </a:r>
          </a:p>
        </p:txBody>
      </p:sp>
    </p:spTree>
    <p:extLst>
      <p:ext uri="{BB962C8B-B14F-4D97-AF65-F5344CB8AC3E}">
        <p14:creationId xmlns:p14="http://schemas.microsoft.com/office/powerpoint/2010/main" val="34542339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62151-505D-37C7-1A37-292E27C4172F}"/>
              </a:ext>
            </a:extLst>
          </p:cNvPr>
          <p:cNvSpPr>
            <a:spLocks noGrp="1"/>
          </p:cNvSpPr>
          <p:nvPr>
            <p:ph type="title"/>
          </p:nvPr>
        </p:nvSpPr>
        <p:spPr/>
        <p:txBody>
          <a:bodyPr>
            <a:normAutofit fontScale="90000"/>
          </a:bodyPr>
          <a:lstStyle/>
          <a:p>
            <a:r>
              <a:rPr lang="en-US" dirty="0"/>
              <a:t>How much perturbation is required to poison a true label?</a:t>
            </a:r>
          </a:p>
        </p:txBody>
      </p:sp>
      <p:sp>
        <p:nvSpPr>
          <p:cNvPr id="4" name="Slide Number Placeholder 3">
            <a:extLst>
              <a:ext uri="{FF2B5EF4-FFF2-40B4-BE49-F238E27FC236}">
                <a16:creationId xmlns:a16="http://schemas.microsoft.com/office/drawing/2014/main" id="{B16FEACC-9061-6A9E-1207-D3EECBECD654}"/>
              </a:ext>
            </a:extLst>
          </p:cNvPr>
          <p:cNvSpPr>
            <a:spLocks noGrp="1"/>
          </p:cNvSpPr>
          <p:nvPr>
            <p:ph type="sldNum" sz="quarter" idx="11"/>
          </p:nvPr>
        </p:nvSpPr>
        <p:spPr/>
        <p:txBody>
          <a:bodyPr/>
          <a:lstStyle/>
          <a:p>
            <a:fld id="{C6684DFB-8BCD-4B6F-9AA1-83F3BA61DF41}" type="slidenum">
              <a:rPr lang="en-US" smtClean="0"/>
              <a:pPr/>
              <a:t>38</a:t>
            </a:fld>
            <a:endParaRPr lang="en-US"/>
          </a:p>
        </p:txBody>
      </p:sp>
      <p:pic>
        <p:nvPicPr>
          <p:cNvPr id="6" name="Picture 5">
            <a:extLst>
              <a:ext uri="{FF2B5EF4-FFF2-40B4-BE49-F238E27FC236}">
                <a16:creationId xmlns:a16="http://schemas.microsoft.com/office/drawing/2014/main" id="{B7941D77-745D-290A-8431-7BCF09AB2830}"/>
              </a:ext>
            </a:extLst>
          </p:cNvPr>
          <p:cNvPicPr>
            <a:picLocks noChangeAspect="1"/>
          </p:cNvPicPr>
          <p:nvPr/>
        </p:nvPicPr>
        <p:blipFill>
          <a:blip r:embed="rId2"/>
          <a:stretch>
            <a:fillRect/>
          </a:stretch>
        </p:blipFill>
        <p:spPr>
          <a:xfrm>
            <a:off x="667512" y="1883095"/>
            <a:ext cx="11155680" cy="4213476"/>
          </a:xfrm>
          <a:prstGeom prst="rect">
            <a:avLst/>
          </a:prstGeom>
        </p:spPr>
      </p:pic>
    </p:spTree>
    <p:extLst>
      <p:ext uri="{BB962C8B-B14F-4D97-AF65-F5344CB8AC3E}">
        <p14:creationId xmlns:p14="http://schemas.microsoft.com/office/powerpoint/2010/main" val="1283415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2BEB1-4BEB-E465-E4C5-66527B0A359E}"/>
              </a:ext>
            </a:extLst>
          </p:cNvPr>
          <p:cNvSpPr>
            <a:spLocks noGrp="1"/>
          </p:cNvSpPr>
          <p:nvPr>
            <p:ph type="title"/>
          </p:nvPr>
        </p:nvSpPr>
        <p:spPr>
          <a:xfrm>
            <a:off x="824483" y="416990"/>
            <a:ext cx="10287001" cy="869089"/>
          </a:xfrm>
        </p:spPr>
        <p:txBody>
          <a:bodyPr>
            <a:normAutofit fontScale="90000"/>
          </a:bodyPr>
          <a:lstStyle/>
          <a:p>
            <a:r>
              <a:rPr lang="en-US" dirty="0"/>
              <a:t>How much perturbation is required to poison a true label?</a:t>
            </a:r>
          </a:p>
        </p:txBody>
      </p:sp>
      <p:sp>
        <p:nvSpPr>
          <p:cNvPr id="4" name="Slide Number Placeholder 3">
            <a:extLst>
              <a:ext uri="{FF2B5EF4-FFF2-40B4-BE49-F238E27FC236}">
                <a16:creationId xmlns:a16="http://schemas.microsoft.com/office/drawing/2014/main" id="{FE59D154-FD39-F763-0F65-A0216904D364}"/>
              </a:ext>
            </a:extLst>
          </p:cNvPr>
          <p:cNvSpPr>
            <a:spLocks noGrp="1"/>
          </p:cNvSpPr>
          <p:nvPr>
            <p:ph type="sldNum" sz="quarter" idx="11"/>
          </p:nvPr>
        </p:nvSpPr>
        <p:spPr/>
        <p:txBody>
          <a:bodyPr/>
          <a:lstStyle/>
          <a:p>
            <a:fld id="{C6684DFB-8BCD-4B6F-9AA1-83F3BA61DF41}" type="slidenum">
              <a:rPr lang="en-US" smtClean="0"/>
              <a:pPr/>
              <a:t>39</a:t>
            </a:fld>
            <a:endParaRPr lang="en-US"/>
          </a:p>
        </p:txBody>
      </p:sp>
      <p:pic>
        <p:nvPicPr>
          <p:cNvPr id="6" name="Picture 5">
            <a:extLst>
              <a:ext uri="{FF2B5EF4-FFF2-40B4-BE49-F238E27FC236}">
                <a16:creationId xmlns:a16="http://schemas.microsoft.com/office/drawing/2014/main" id="{9CD30F30-C0C1-0AC3-6F19-61DC2A121D2F}"/>
              </a:ext>
            </a:extLst>
          </p:cNvPr>
          <p:cNvPicPr>
            <a:picLocks noChangeAspect="1"/>
          </p:cNvPicPr>
          <p:nvPr/>
        </p:nvPicPr>
        <p:blipFill>
          <a:blip r:embed="rId2"/>
          <a:srcRect t="1385"/>
          <a:stretch>
            <a:fillRect/>
          </a:stretch>
        </p:blipFill>
        <p:spPr>
          <a:xfrm>
            <a:off x="934211" y="1286079"/>
            <a:ext cx="9293352" cy="4785887"/>
          </a:xfrm>
          <a:prstGeom prst="rect">
            <a:avLst/>
          </a:prstGeom>
        </p:spPr>
      </p:pic>
    </p:spTree>
    <p:extLst>
      <p:ext uri="{BB962C8B-B14F-4D97-AF65-F5344CB8AC3E}">
        <p14:creationId xmlns:p14="http://schemas.microsoft.com/office/powerpoint/2010/main" val="9987291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EFD92-2199-EB9E-18FB-8BCC33016E73}"/>
              </a:ext>
            </a:extLst>
          </p:cNvPr>
          <p:cNvSpPr>
            <a:spLocks noGrp="1"/>
          </p:cNvSpPr>
          <p:nvPr>
            <p:ph type="title"/>
          </p:nvPr>
        </p:nvSpPr>
        <p:spPr/>
        <p:txBody>
          <a:bodyPr/>
          <a:lstStyle/>
          <a:p>
            <a:r>
              <a:rPr lang="en-US" dirty="0"/>
              <a:t>Robustness to APSO-Poisoning</a:t>
            </a:r>
          </a:p>
        </p:txBody>
      </p:sp>
      <p:sp>
        <p:nvSpPr>
          <p:cNvPr id="3" name="Content Placeholder 2">
            <a:extLst>
              <a:ext uri="{FF2B5EF4-FFF2-40B4-BE49-F238E27FC236}">
                <a16:creationId xmlns:a16="http://schemas.microsoft.com/office/drawing/2014/main" id="{BD13E34C-1374-ACD8-00E7-029752D7E47F}"/>
              </a:ext>
            </a:extLst>
          </p:cNvPr>
          <p:cNvSpPr>
            <a:spLocks noGrp="1"/>
          </p:cNvSpPr>
          <p:nvPr>
            <p:ph idx="10"/>
          </p:nvPr>
        </p:nvSpPr>
        <p:spPr/>
        <p:txBody>
          <a:bodyPr/>
          <a:lstStyle/>
          <a:p>
            <a:r>
              <a:rPr lang="en-US" dirty="0"/>
              <a:t>APSO is a stochastic process runs until image has been poisoned</a:t>
            </a:r>
          </a:p>
        </p:txBody>
      </p:sp>
      <p:sp>
        <p:nvSpPr>
          <p:cNvPr id="4" name="Slide Number Placeholder 3">
            <a:extLst>
              <a:ext uri="{FF2B5EF4-FFF2-40B4-BE49-F238E27FC236}">
                <a16:creationId xmlns:a16="http://schemas.microsoft.com/office/drawing/2014/main" id="{486DC077-90D3-FB80-0E42-82D611E03A2E}"/>
              </a:ext>
            </a:extLst>
          </p:cNvPr>
          <p:cNvSpPr>
            <a:spLocks noGrp="1"/>
          </p:cNvSpPr>
          <p:nvPr>
            <p:ph type="sldNum" sz="quarter" idx="11"/>
          </p:nvPr>
        </p:nvSpPr>
        <p:spPr/>
        <p:txBody>
          <a:bodyPr/>
          <a:lstStyle/>
          <a:p>
            <a:fld id="{C6684DFB-8BCD-4B6F-9AA1-83F3BA61DF41}" type="slidenum">
              <a:rPr lang="en-US" smtClean="0"/>
              <a:pPr/>
              <a:t>40</a:t>
            </a:fld>
            <a:endParaRPr lang="en-US"/>
          </a:p>
        </p:txBody>
      </p:sp>
      <p:pic>
        <p:nvPicPr>
          <p:cNvPr id="6" name="Picture 5">
            <a:extLst>
              <a:ext uri="{FF2B5EF4-FFF2-40B4-BE49-F238E27FC236}">
                <a16:creationId xmlns:a16="http://schemas.microsoft.com/office/drawing/2014/main" id="{7C6CD3A0-2812-ED5D-C5E9-9FEABB9FA6F8}"/>
              </a:ext>
            </a:extLst>
          </p:cNvPr>
          <p:cNvPicPr>
            <a:picLocks noChangeAspect="1"/>
          </p:cNvPicPr>
          <p:nvPr/>
        </p:nvPicPr>
        <p:blipFill>
          <a:blip r:embed="rId2"/>
          <a:srcRect b="3311"/>
          <a:stretch>
            <a:fillRect/>
          </a:stretch>
        </p:blipFill>
        <p:spPr>
          <a:xfrm>
            <a:off x="2509607" y="2582667"/>
            <a:ext cx="6963577" cy="3360933"/>
          </a:xfrm>
          <a:prstGeom prst="rect">
            <a:avLst/>
          </a:prstGeom>
        </p:spPr>
      </p:pic>
    </p:spTree>
    <p:extLst>
      <p:ext uri="{BB962C8B-B14F-4D97-AF65-F5344CB8AC3E}">
        <p14:creationId xmlns:p14="http://schemas.microsoft.com/office/powerpoint/2010/main" val="32282561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A714C-131B-C8A3-A81F-5AFC96612382}"/>
              </a:ext>
            </a:extLst>
          </p:cNvPr>
          <p:cNvSpPr>
            <a:spLocks noGrp="1"/>
          </p:cNvSpPr>
          <p:nvPr>
            <p:ph type="title"/>
          </p:nvPr>
        </p:nvSpPr>
        <p:spPr/>
        <p:txBody>
          <a:bodyPr/>
          <a:lstStyle/>
          <a:p>
            <a:r>
              <a:rPr lang="en-US" dirty="0"/>
              <a:t>Is it just MNIST?</a:t>
            </a:r>
          </a:p>
        </p:txBody>
      </p:sp>
      <p:sp>
        <p:nvSpPr>
          <p:cNvPr id="4" name="Slide Number Placeholder 3">
            <a:extLst>
              <a:ext uri="{FF2B5EF4-FFF2-40B4-BE49-F238E27FC236}">
                <a16:creationId xmlns:a16="http://schemas.microsoft.com/office/drawing/2014/main" id="{D838C440-AE8C-63EF-AF25-B6144280C717}"/>
              </a:ext>
            </a:extLst>
          </p:cNvPr>
          <p:cNvSpPr>
            <a:spLocks noGrp="1"/>
          </p:cNvSpPr>
          <p:nvPr>
            <p:ph type="sldNum" sz="quarter" idx="10"/>
          </p:nvPr>
        </p:nvSpPr>
        <p:spPr/>
        <p:txBody>
          <a:bodyPr/>
          <a:lstStyle/>
          <a:p>
            <a:fld id="{C6684DFB-8BCD-4B6F-9AA1-83F3BA61DF41}" type="slidenum">
              <a:rPr lang="en-US" smtClean="0"/>
              <a:pPr/>
              <a:t>41</a:t>
            </a:fld>
            <a:endParaRPr lang="en-US"/>
          </a:p>
        </p:txBody>
      </p:sp>
      <p:pic>
        <p:nvPicPr>
          <p:cNvPr id="6" name="Picture 5">
            <a:extLst>
              <a:ext uri="{FF2B5EF4-FFF2-40B4-BE49-F238E27FC236}">
                <a16:creationId xmlns:a16="http://schemas.microsoft.com/office/drawing/2014/main" id="{90AACB78-0A39-802F-A2D4-C34C29D87BFE}"/>
              </a:ext>
            </a:extLst>
          </p:cNvPr>
          <p:cNvPicPr>
            <a:picLocks noChangeAspect="1"/>
          </p:cNvPicPr>
          <p:nvPr/>
        </p:nvPicPr>
        <p:blipFill>
          <a:blip r:embed="rId2"/>
          <a:stretch>
            <a:fillRect/>
          </a:stretch>
        </p:blipFill>
        <p:spPr>
          <a:xfrm>
            <a:off x="804672" y="1429225"/>
            <a:ext cx="8997739" cy="4610228"/>
          </a:xfrm>
          <a:prstGeom prst="rect">
            <a:avLst/>
          </a:prstGeom>
        </p:spPr>
      </p:pic>
      <p:pic>
        <p:nvPicPr>
          <p:cNvPr id="8" name="Picture 7">
            <a:extLst>
              <a:ext uri="{FF2B5EF4-FFF2-40B4-BE49-F238E27FC236}">
                <a16:creationId xmlns:a16="http://schemas.microsoft.com/office/drawing/2014/main" id="{A6138CB2-C12D-5EF1-9B2E-89B7DE9941C4}"/>
              </a:ext>
            </a:extLst>
          </p:cNvPr>
          <p:cNvPicPr>
            <a:picLocks noChangeAspect="1"/>
          </p:cNvPicPr>
          <p:nvPr/>
        </p:nvPicPr>
        <p:blipFill>
          <a:blip r:embed="rId3"/>
          <a:stretch>
            <a:fillRect/>
          </a:stretch>
        </p:blipFill>
        <p:spPr>
          <a:xfrm>
            <a:off x="615748" y="2592005"/>
            <a:ext cx="10174120" cy="1838582"/>
          </a:xfrm>
          <a:prstGeom prst="rect">
            <a:avLst/>
          </a:prstGeom>
        </p:spPr>
      </p:pic>
    </p:spTree>
    <p:extLst>
      <p:ext uri="{BB962C8B-B14F-4D97-AF65-F5344CB8AC3E}">
        <p14:creationId xmlns:p14="http://schemas.microsoft.com/office/powerpoint/2010/main" val="15621246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E9620-24E6-8D3B-D474-5830D25BF15A}"/>
              </a:ext>
            </a:extLst>
          </p:cNvPr>
          <p:cNvSpPr>
            <a:spLocks noGrp="1"/>
          </p:cNvSpPr>
          <p:nvPr>
            <p:ph type="title"/>
          </p:nvPr>
        </p:nvSpPr>
        <p:spPr>
          <a:xfrm>
            <a:off x="952499" y="526777"/>
            <a:ext cx="10287001" cy="869089"/>
          </a:xfrm>
        </p:spPr>
        <p:txBody>
          <a:bodyPr anchor="ctr">
            <a:normAutofit/>
          </a:bodyPr>
          <a:lstStyle/>
          <a:p>
            <a:r>
              <a:rPr lang="en-US" dirty="0"/>
              <a:t>Does the poison transfer against networks? </a:t>
            </a:r>
          </a:p>
        </p:txBody>
      </p:sp>
      <p:pic>
        <p:nvPicPr>
          <p:cNvPr id="6" name="Picture 5">
            <a:extLst>
              <a:ext uri="{FF2B5EF4-FFF2-40B4-BE49-F238E27FC236}">
                <a16:creationId xmlns:a16="http://schemas.microsoft.com/office/drawing/2014/main" id="{9AF1EB74-131D-7A57-4E78-BE2DE24DD9AF}"/>
              </a:ext>
            </a:extLst>
          </p:cNvPr>
          <p:cNvPicPr>
            <a:picLocks noChangeAspect="1"/>
          </p:cNvPicPr>
          <p:nvPr/>
        </p:nvPicPr>
        <p:blipFill>
          <a:blip r:embed="rId2"/>
          <a:srcRect t="1528"/>
          <a:stretch>
            <a:fillRect/>
          </a:stretch>
        </p:blipFill>
        <p:spPr>
          <a:xfrm>
            <a:off x="2115983" y="1395866"/>
            <a:ext cx="8465224" cy="4730614"/>
          </a:xfrm>
          <a:prstGeom prst="rect">
            <a:avLst/>
          </a:prstGeom>
          <a:noFill/>
        </p:spPr>
      </p:pic>
      <p:sp>
        <p:nvSpPr>
          <p:cNvPr id="4" name="Slide Number Placeholder 3">
            <a:extLst>
              <a:ext uri="{FF2B5EF4-FFF2-40B4-BE49-F238E27FC236}">
                <a16:creationId xmlns:a16="http://schemas.microsoft.com/office/drawing/2014/main" id="{C9A1864C-7DE6-47A8-2C79-1AB28103D9A7}"/>
              </a:ext>
            </a:extLst>
          </p:cNvPr>
          <p:cNvSpPr>
            <a:spLocks noGrp="1"/>
          </p:cNvSpPr>
          <p:nvPr>
            <p:ph type="sldNum" sz="quarter" idx="11"/>
          </p:nvPr>
        </p:nvSpPr>
        <p:spPr>
          <a:xfrm>
            <a:off x="8610600" y="6356350"/>
            <a:ext cx="2743200" cy="365125"/>
          </a:xfrm>
        </p:spPr>
        <p:txBody>
          <a:bodyPr anchor="ctr">
            <a:normAutofit/>
          </a:bodyPr>
          <a:lstStyle/>
          <a:p>
            <a:pPr>
              <a:spcAft>
                <a:spcPts val="600"/>
              </a:spcAft>
            </a:pPr>
            <a:fld id="{C6684DFB-8BCD-4B6F-9AA1-83F3BA61DF41}" type="slidenum">
              <a:rPr lang="en-US" smtClean="0"/>
              <a:pPr>
                <a:spcAft>
                  <a:spcPts val="600"/>
                </a:spcAft>
              </a:pPr>
              <a:t>42</a:t>
            </a:fld>
            <a:endParaRPr lang="en-US"/>
          </a:p>
        </p:txBody>
      </p:sp>
    </p:spTree>
    <p:extLst>
      <p:ext uri="{BB962C8B-B14F-4D97-AF65-F5344CB8AC3E}">
        <p14:creationId xmlns:p14="http://schemas.microsoft.com/office/powerpoint/2010/main" val="4442231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0F87C-569B-ED22-0154-3D51632B3C8D}"/>
              </a:ext>
            </a:extLst>
          </p:cNvPr>
          <p:cNvSpPr>
            <a:spLocks noGrp="1"/>
          </p:cNvSpPr>
          <p:nvPr>
            <p:ph type="title"/>
          </p:nvPr>
        </p:nvSpPr>
        <p:spPr>
          <a:xfrm>
            <a:off x="952499" y="526777"/>
            <a:ext cx="10287001" cy="869089"/>
          </a:xfrm>
        </p:spPr>
        <p:txBody>
          <a:bodyPr anchor="ctr">
            <a:normAutofit/>
          </a:bodyPr>
          <a:lstStyle/>
          <a:p>
            <a:r>
              <a:rPr lang="en-US" dirty="0"/>
              <a:t>Real world applications </a:t>
            </a:r>
          </a:p>
        </p:txBody>
      </p:sp>
      <p:pic>
        <p:nvPicPr>
          <p:cNvPr id="6" name="Picture 5">
            <a:extLst>
              <a:ext uri="{FF2B5EF4-FFF2-40B4-BE49-F238E27FC236}">
                <a16:creationId xmlns:a16="http://schemas.microsoft.com/office/drawing/2014/main" id="{7A026BD0-72F7-8DC7-6A67-D1CBCA875034}"/>
              </a:ext>
            </a:extLst>
          </p:cNvPr>
          <p:cNvPicPr>
            <a:picLocks noChangeAspect="1"/>
          </p:cNvPicPr>
          <p:nvPr/>
        </p:nvPicPr>
        <p:blipFill>
          <a:blip r:embed="rId2"/>
          <a:stretch>
            <a:fillRect/>
          </a:stretch>
        </p:blipFill>
        <p:spPr>
          <a:xfrm>
            <a:off x="1213299" y="1686757"/>
            <a:ext cx="9729925" cy="4256843"/>
          </a:xfrm>
          <a:prstGeom prst="rect">
            <a:avLst/>
          </a:prstGeom>
          <a:noFill/>
        </p:spPr>
      </p:pic>
      <p:sp>
        <p:nvSpPr>
          <p:cNvPr id="4" name="Slide Number Placeholder 3">
            <a:extLst>
              <a:ext uri="{FF2B5EF4-FFF2-40B4-BE49-F238E27FC236}">
                <a16:creationId xmlns:a16="http://schemas.microsoft.com/office/drawing/2014/main" id="{928D1301-C874-EF7C-D61B-AF5DDF72EDE2}"/>
              </a:ext>
            </a:extLst>
          </p:cNvPr>
          <p:cNvSpPr>
            <a:spLocks noGrp="1"/>
          </p:cNvSpPr>
          <p:nvPr>
            <p:ph type="sldNum" sz="quarter" idx="11"/>
          </p:nvPr>
        </p:nvSpPr>
        <p:spPr>
          <a:xfrm>
            <a:off x="8610600" y="6356350"/>
            <a:ext cx="2743200" cy="365125"/>
          </a:xfrm>
        </p:spPr>
        <p:txBody>
          <a:bodyPr anchor="ctr">
            <a:normAutofit/>
          </a:bodyPr>
          <a:lstStyle/>
          <a:p>
            <a:pPr>
              <a:spcAft>
                <a:spcPts val="600"/>
              </a:spcAft>
            </a:pPr>
            <a:fld id="{C6684DFB-8BCD-4B6F-9AA1-83F3BA61DF41}" type="slidenum">
              <a:rPr lang="en-US" smtClean="0"/>
              <a:pPr>
                <a:spcAft>
                  <a:spcPts val="600"/>
                </a:spcAft>
              </a:pPr>
              <a:t>43</a:t>
            </a:fld>
            <a:endParaRPr lang="en-US"/>
          </a:p>
        </p:txBody>
      </p:sp>
      <p:pic>
        <p:nvPicPr>
          <p:cNvPr id="8" name="Picture 7">
            <a:extLst>
              <a:ext uri="{FF2B5EF4-FFF2-40B4-BE49-F238E27FC236}">
                <a16:creationId xmlns:a16="http://schemas.microsoft.com/office/drawing/2014/main" id="{4D345FCF-E1D6-8D9C-67C7-C51F6820AA76}"/>
              </a:ext>
            </a:extLst>
          </p:cNvPr>
          <p:cNvPicPr>
            <a:picLocks noChangeAspect="1"/>
          </p:cNvPicPr>
          <p:nvPr/>
        </p:nvPicPr>
        <p:blipFill>
          <a:blip r:embed="rId3"/>
          <a:stretch>
            <a:fillRect/>
          </a:stretch>
        </p:blipFill>
        <p:spPr>
          <a:xfrm>
            <a:off x="2297157" y="1443485"/>
            <a:ext cx="7298113" cy="4500115"/>
          </a:xfrm>
          <a:prstGeom prst="rect">
            <a:avLst/>
          </a:prstGeom>
        </p:spPr>
      </p:pic>
    </p:spTree>
    <p:extLst>
      <p:ext uri="{BB962C8B-B14F-4D97-AF65-F5344CB8AC3E}">
        <p14:creationId xmlns:p14="http://schemas.microsoft.com/office/powerpoint/2010/main" val="4057071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58D29-5C37-CA8E-7DEE-493878717FA6}"/>
              </a:ext>
            </a:extLst>
          </p:cNvPr>
          <p:cNvSpPr>
            <a:spLocks noGrp="1"/>
          </p:cNvSpPr>
          <p:nvPr>
            <p:ph type="title"/>
          </p:nvPr>
        </p:nvSpPr>
        <p:spPr/>
        <p:txBody>
          <a:bodyPr/>
          <a:lstStyle/>
          <a:p>
            <a:r>
              <a:rPr lang="en-US" dirty="0"/>
              <a:t>Robustness</a:t>
            </a:r>
          </a:p>
        </p:txBody>
      </p:sp>
      <p:sp>
        <p:nvSpPr>
          <p:cNvPr id="3" name="Content Placeholder 2">
            <a:extLst>
              <a:ext uri="{FF2B5EF4-FFF2-40B4-BE49-F238E27FC236}">
                <a16:creationId xmlns:a16="http://schemas.microsoft.com/office/drawing/2014/main" id="{E438330A-5478-9E00-8727-4799FF855D68}"/>
              </a:ext>
            </a:extLst>
          </p:cNvPr>
          <p:cNvSpPr>
            <a:spLocks noGrp="1"/>
          </p:cNvSpPr>
          <p:nvPr>
            <p:ph idx="10"/>
          </p:nvPr>
        </p:nvSpPr>
        <p:spPr/>
        <p:txBody>
          <a:bodyPr/>
          <a:lstStyle/>
          <a:p>
            <a:r>
              <a:rPr lang="en-US" dirty="0"/>
              <a:t>APSO can be used to generate poisons input data with no a priori knowledge</a:t>
            </a:r>
          </a:p>
          <a:p>
            <a:pPr lvl="1"/>
            <a:r>
              <a:rPr lang="en-US" dirty="0"/>
              <a:t>In combination with XAI, we can understand what the network is using to make its decisions</a:t>
            </a:r>
          </a:p>
          <a:p>
            <a:r>
              <a:rPr lang="en-US" dirty="0"/>
              <a:t>APSO can be used as a measure of network resilience to adversarial attack</a:t>
            </a:r>
          </a:p>
          <a:p>
            <a:r>
              <a:rPr lang="en-US" dirty="0"/>
              <a:t>‘Black-box’ transfer attacks using APSO means we can generate adversarial attacks to a target network without even needing access to training network</a:t>
            </a:r>
          </a:p>
        </p:txBody>
      </p:sp>
      <p:sp>
        <p:nvSpPr>
          <p:cNvPr id="4" name="Slide Number Placeholder 3">
            <a:extLst>
              <a:ext uri="{FF2B5EF4-FFF2-40B4-BE49-F238E27FC236}">
                <a16:creationId xmlns:a16="http://schemas.microsoft.com/office/drawing/2014/main" id="{BAD39DE1-A8AB-B305-9222-1190DAA6D27A}"/>
              </a:ext>
            </a:extLst>
          </p:cNvPr>
          <p:cNvSpPr>
            <a:spLocks noGrp="1"/>
          </p:cNvSpPr>
          <p:nvPr>
            <p:ph type="sldNum" sz="quarter" idx="11"/>
          </p:nvPr>
        </p:nvSpPr>
        <p:spPr/>
        <p:txBody>
          <a:bodyPr/>
          <a:lstStyle/>
          <a:p>
            <a:fld id="{C6684DFB-8BCD-4B6F-9AA1-83F3BA61DF41}" type="slidenum">
              <a:rPr lang="en-US" smtClean="0"/>
              <a:pPr/>
              <a:t>44</a:t>
            </a:fld>
            <a:endParaRPr lang="en-US"/>
          </a:p>
        </p:txBody>
      </p:sp>
    </p:spTree>
    <p:extLst>
      <p:ext uri="{BB962C8B-B14F-4D97-AF65-F5344CB8AC3E}">
        <p14:creationId xmlns:p14="http://schemas.microsoft.com/office/powerpoint/2010/main" val="25893962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F3339-F177-99F8-F0A4-53FF37852A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597755-E839-0C62-43DB-2C587770D1D3}"/>
              </a:ext>
            </a:extLst>
          </p:cNvPr>
          <p:cNvSpPr>
            <a:spLocks noGrp="1"/>
          </p:cNvSpPr>
          <p:nvPr>
            <p:ph type="title"/>
          </p:nvPr>
        </p:nvSpPr>
        <p:spPr>
          <a:xfrm>
            <a:off x="952500" y="718876"/>
            <a:ext cx="10287000" cy="1331865"/>
          </a:xfrm>
        </p:spPr>
        <p:txBody>
          <a:bodyPr/>
          <a:lstStyle/>
          <a:p>
            <a:r>
              <a:rPr lang="en-US" dirty="0"/>
              <a:t>Architectural </a:t>
            </a:r>
            <a:r>
              <a:rPr lang="en-US" dirty="0" err="1"/>
              <a:t>Refragging</a:t>
            </a:r>
            <a:endParaRPr lang="en-US" dirty="0"/>
          </a:p>
        </p:txBody>
      </p:sp>
      <p:sp>
        <p:nvSpPr>
          <p:cNvPr id="3" name="Content Placeholder 2">
            <a:extLst>
              <a:ext uri="{FF2B5EF4-FFF2-40B4-BE49-F238E27FC236}">
                <a16:creationId xmlns:a16="http://schemas.microsoft.com/office/drawing/2014/main" id="{0AB5E402-AD00-B5E9-EEA9-597F905D8048}"/>
              </a:ext>
            </a:extLst>
          </p:cNvPr>
          <p:cNvSpPr>
            <a:spLocks noGrp="1"/>
          </p:cNvSpPr>
          <p:nvPr>
            <p:ph idx="1"/>
          </p:nvPr>
        </p:nvSpPr>
        <p:spPr/>
        <p:txBody>
          <a:bodyPr>
            <a:normAutofit/>
          </a:bodyPr>
          <a:lstStyle/>
          <a:p>
            <a:r>
              <a:rPr lang="en-US" b="1" dirty="0"/>
              <a:t>How do we make these pruned models’ resource efficient?</a:t>
            </a:r>
          </a:p>
          <a:p>
            <a:pPr lvl="1"/>
            <a:r>
              <a:rPr lang="en-US" dirty="0"/>
              <a:t>Unequal distribution of sparsity (tail end being more sparse)</a:t>
            </a:r>
          </a:p>
          <a:p>
            <a:pPr lvl="1"/>
            <a:r>
              <a:rPr lang="en-US" dirty="0"/>
              <a:t>Specialized software will not work on the whole model </a:t>
            </a:r>
          </a:p>
          <a:p>
            <a:pPr lvl="1"/>
            <a:r>
              <a:rPr lang="en-US" dirty="0"/>
              <a:t>With no orphaned Neurons </a:t>
            </a:r>
          </a:p>
          <a:p>
            <a:pPr lvl="1"/>
            <a:r>
              <a:rPr lang="en-US" dirty="0"/>
              <a:t>Potentially more susceptible to attack</a:t>
            </a:r>
            <a:br>
              <a:rPr lang="en-US" b="1" dirty="0"/>
            </a:br>
            <a:endParaRPr lang="en-US" b="1" dirty="0"/>
          </a:p>
          <a:p>
            <a:pPr lvl="1"/>
            <a:endParaRPr lang="en-US" dirty="0"/>
          </a:p>
        </p:txBody>
      </p:sp>
      <p:sp>
        <p:nvSpPr>
          <p:cNvPr id="4" name="Slide Number Placeholder 3">
            <a:extLst>
              <a:ext uri="{FF2B5EF4-FFF2-40B4-BE49-F238E27FC236}">
                <a16:creationId xmlns:a16="http://schemas.microsoft.com/office/drawing/2014/main" id="{CF07B39F-CDD5-D6CA-B20D-65E50A7688D6}"/>
              </a:ext>
            </a:extLst>
          </p:cNvPr>
          <p:cNvSpPr>
            <a:spLocks noGrp="1"/>
          </p:cNvSpPr>
          <p:nvPr>
            <p:ph type="sldNum" sz="quarter" idx="10"/>
          </p:nvPr>
        </p:nvSpPr>
        <p:spPr/>
        <p:txBody>
          <a:bodyPr/>
          <a:lstStyle/>
          <a:p>
            <a:fld id="{C6684DFB-8BCD-4B6F-9AA1-83F3BA61DF41}" type="slidenum">
              <a:rPr lang="en-US" smtClean="0"/>
              <a:pPr/>
              <a:t>45</a:t>
            </a:fld>
            <a:endParaRPr lang="en-US"/>
          </a:p>
        </p:txBody>
      </p:sp>
    </p:spTree>
    <p:extLst>
      <p:ext uri="{BB962C8B-B14F-4D97-AF65-F5344CB8AC3E}">
        <p14:creationId xmlns:p14="http://schemas.microsoft.com/office/powerpoint/2010/main" val="387106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FE959-8FB5-7B6F-4A83-9346313715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A794D9-00FF-9C01-5985-EBF571BFA70D}"/>
              </a:ext>
            </a:extLst>
          </p:cNvPr>
          <p:cNvSpPr>
            <a:spLocks noGrp="1"/>
          </p:cNvSpPr>
          <p:nvPr>
            <p:ph type="title"/>
          </p:nvPr>
        </p:nvSpPr>
        <p:spPr>
          <a:xfrm>
            <a:off x="952500" y="718876"/>
            <a:ext cx="10287000" cy="1331865"/>
          </a:xfrm>
        </p:spPr>
        <p:txBody>
          <a:bodyPr/>
          <a:lstStyle/>
          <a:p>
            <a:r>
              <a:rPr lang="en-US" dirty="0"/>
              <a:t>Architectural </a:t>
            </a:r>
            <a:r>
              <a:rPr lang="en-US" dirty="0" err="1"/>
              <a:t>Refragging</a:t>
            </a:r>
            <a:endParaRPr lang="en-US" dirty="0"/>
          </a:p>
        </p:txBody>
      </p:sp>
      <p:sp>
        <p:nvSpPr>
          <p:cNvPr id="3" name="Content Placeholder 2">
            <a:extLst>
              <a:ext uri="{FF2B5EF4-FFF2-40B4-BE49-F238E27FC236}">
                <a16:creationId xmlns:a16="http://schemas.microsoft.com/office/drawing/2014/main" id="{7E832780-1FDD-6E81-A633-AE73A86C512F}"/>
              </a:ext>
            </a:extLst>
          </p:cNvPr>
          <p:cNvSpPr>
            <a:spLocks noGrp="1"/>
          </p:cNvSpPr>
          <p:nvPr>
            <p:ph idx="1"/>
          </p:nvPr>
        </p:nvSpPr>
        <p:spPr/>
        <p:txBody>
          <a:bodyPr>
            <a:normAutofit fontScale="92500" lnSpcReduction="10000"/>
          </a:bodyPr>
          <a:lstStyle/>
          <a:p>
            <a:r>
              <a:rPr lang="en-US" b="1" dirty="0"/>
              <a:t>Weight Reduction </a:t>
            </a:r>
            <a:r>
              <a:rPr lang="en-US" dirty="0"/>
              <a:t>!=</a:t>
            </a:r>
            <a:r>
              <a:rPr lang="en-US" b="1" dirty="0"/>
              <a:t> Latency Reduction</a:t>
            </a:r>
          </a:p>
          <a:p>
            <a:pPr lvl="1"/>
            <a:r>
              <a:rPr lang="en-US" dirty="0"/>
              <a:t>Standard pruning removes weights inside a layer, but preserves the layer's existence.</a:t>
            </a:r>
          </a:p>
          <a:p>
            <a:pPr lvl="1"/>
            <a:r>
              <a:rPr lang="en-US" dirty="0"/>
              <a:t>Inference latency is often dominated by the number of sequential memory accesses and kernel launches, not just raw floating-point operations</a:t>
            </a:r>
          </a:p>
          <a:p>
            <a:r>
              <a:rPr lang="en-US" b="1" dirty="0"/>
              <a:t>The Problem of Sequential Structure</a:t>
            </a:r>
            <a:endParaRPr lang="en-US" dirty="0"/>
          </a:p>
          <a:p>
            <a:pPr lvl="1"/>
            <a:r>
              <a:rPr lang="en-US" dirty="0"/>
              <a:t> Even if a layer is sparse (few active neurons), the hardware still executes layers sequentially.</a:t>
            </a:r>
          </a:p>
          <a:p>
            <a:pPr lvl="1"/>
            <a:r>
              <a:rPr lang="en-US" dirty="0"/>
              <a:t>Existing strategies focus on "width" (channels/filters) but ignore the computational cost of the network's "depth”</a:t>
            </a:r>
            <a:br>
              <a:rPr lang="en-US" dirty="0"/>
            </a:br>
            <a:endParaRPr lang="en-US" dirty="0"/>
          </a:p>
        </p:txBody>
      </p:sp>
      <p:sp>
        <p:nvSpPr>
          <p:cNvPr id="4" name="Slide Number Placeholder 3">
            <a:extLst>
              <a:ext uri="{FF2B5EF4-FFF2-40B4-BE49-F238E27FC236}">
                <a16:creationId xmlns:a16="http://schemas.microsoft.com/office/drawing/2014/main" id="{33015AD0-D95B-7EFD-7A39-87CD425DEA23}"/>
              </a:ext>
            </a:extLst>
          </p:cNvPr>
          <p:cNvSpPr>
            <a:spLocks noGrp="1"/>
          </p:cNvSpPr>
          <p:nvPr>
            <p:ph type="sldNum" sz="quarter" idx="10"/>
          </p:nvPr>
        </p:nvSpPr>
        <p:spPr/>
        <p:txBody>
          <a:bodyPr/>
          <a:lstStyle/>
          <a:p>
            <a:fld id="{C6684DFB-8BCD-4B6F-9AA1-83F3BA61DF41}" type="slidenum">
              <a:rPr lang="en-US" smtClean="0"/>
              <a:pPr/>
              <a:t>46</a:t>
            </a:fld>
            <a:endParaRPr lang="en-US"/>
          </a:p>
        </p:txBody>
      </p:sp>
    </p:spTree>
    <p:extLst>
      <p:ext uri="{BB962C8B-B14F-4D97-AF65-F5344CB8AC3E}">
        <p14:creationId xmlns:p14="http://schemas.microsoft.com/office/powerpoint/2010/main" val="3025471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4B94D-ADF2-4009-49DE-1FE008ED60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D4EBF0-6BE5-7D03-43A6-D7DE57CB89CB}"/>
              </a:ext>
            </a:extLst>
          </p:cNvPr>
          <p:cNvSpPr>
            <a:spLocks noGrp="1"/>
          </p:cNvSpPr>
          <p:nvPr>
            <p:ph type="title"/>
          </p:nvPr>
        </p:nvSpPr>
        <p:spPr>
          <a:xfrm>
            <a:off x="952500" y="718876"/>
            <a:ext cx="10287000" cy="1331865"/>
          </a:xfrm>
        </p:spPr>
        <p:txBody>
          <a:bodyPr/>
          <a:lstStyle/>
          <a:p>
            <a:r>
              <a:rPr lang="en-US" dirty="0"/>
              <a:t>Identifying "Depth Redundancy"</a:t>
            </a:r>
          </a:p>
        </p:txBody>
      </p:sp>
      <p:sp>
        <p:nvSpPr>
          <p:cNvPr id="3" name="Content Placeholder 2">
            <a:extLst>
              <a:ext uri="{FF2B5EF4-FFF2-40B4-BE49-F238E27FC236}">
                <a16:creationId xmlns:a16="http://schemas.microsoft.com/office/drawing/2014/main" id="{F743E603-7CAD-D2F4-1070-C17CF6788A36}"/>
              </a:ext>
            </a:extLst>
          </p:cNvPr>
          <p:cNvSpPr>
            <a:spLocks noGrp="1"/>
          </p:cNvSpPr>
          <p:nvPr>
            <p:ph idx="1"/>
          </p:nvPr>
        </p:nvSpPr>
        <p:spPr/>
        <p:txBody>
          <a:bodyPr>
            <a:normAutofit/>
          </a:bodyPr>
          <a:lstStyle/>
          <a:p>
            <a:r>
              <a:rPr lang="en-US" dirty="0"/>
              <a:t>Deep networks often contain redundant blocks where adjacent layers contribute little to overall accuracy.</a:t>
            </a:r>
          </a:p>
          <a:p>
            <a:pPr lvl="1"/>
            <a:r>
              <a:rPr lang="en-US" dirty="0"/>
              <a:t>These blocks often perform transformations that are nearly linear or close to identity functions.</a:t>
            </a:r>
          </a:p>
          <a:p>
            <a:pPr marL="457200" lvl="1" indent="0" algn="ctr">
              <a:buNone/>
            </a:pPr>
            <a:endParaRPr lang="en-US" b="1" dirty="0"/>
          </a:p>
          <a:p>
            <a:pPr marL="457200" lvl="1" indent="0" algn="ctr">
              <a:buNone/>
            </a:pPr>
            <a:r>
              <a:rPr lang="en-US" b="1" dirty="0"/>
              <a:t>Goal: We need “</a:t>
            </a:r>
            <a:r>
              <a:rPr lang="en-US" b="1" dirty="0" err="1"/>
              <a:t>refrag</a:t>
            </a:r>
            <a:r>
              <a:rPr lang="en-US" b="1" dirty="0"/>
              <a:t>” the Network to remove sequential operations entirely, not just zero-out their weights</a:t>
            </a:r>
          </a:p>
        </p:txBody>
      </p:sp>
      <p:sp>
        <p:nvSpPr>
          <p:cNvPr id="4" name="Slide Number Placeholder 3">
            <a:extLst>
              <a:ext uri="{FF2B5EF4-FFF2-40B4-BE49-F238E27FC236}">
                <a16:creationId xmlns:a16="http://schemas.microsoft.com/office/drawing/2014/main" id="{3B8B2A60-7A01-9C8C-77DF-BFE5C4D19952}"/>
              </a:ext>
            </a:extLst>
          </p:cNvPr>
          <p:cNvSpPr>
            <a:spLocks noGrp="1"/>
          </p:cNvSpPr>
          <p:nvPr>
            <p:ph type="sldNum" sz="quarter" idx="10"/>
          </p:nvPr>
        </p:nvSpPr>
        <p:spPr/>
        <p:txBody>
          <a:bodyPr/>
          <a:lstStyle/>
          <a:p>
            <a:fld id="{C6684DFB-8BCD-4B6F-9AA1-83F3BA61DF41}" type="slidenum">
              <a:rPr lang="en-US" smtClean="0"/>
              <a:pPr/>
              <a:t>47</a:t>
            </a:fld>
            <a:endParaRPr lang="en-US"/>
          </a:p>
        </p:txBody>
      </p:sp>
    </p:spTree>
    <p:extLst>
      <p:ext uri="{BB962C8B-B14F-4D97-AF65-F5344CB8AC3E}">
        <p14:creationId xmlns:p14="http://schemas.microsoft.com/office/powerpoint/2010/main" val="886092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6049A-84C5-C90B-AFD2-223A53299428}"/>
              </a:ext>
            </a:extLst>
          </p:cNvPr>
          <p:cNvSpPr>
            <a:spLocks noGrp="1"/>
          </p:cNvSpPr>
          <p:nvPr>
            <p:ph type="title"/>
          </p:nvPr>
        </p:nvSpPr>
        <p:spPr/>
        <p:txBody>
          <a:bodyPr/>
          <a:lstStyle/>
          <a:p>
            <a:r>
              <a:rPr lang="en-US" dirty="0"/>
              <a:t>Layer-by-Layer (LBL) Collapse</a:t>
            </a:r>
          </a:p>
        </p:txBody>
      </p:sp>
      <p:sp>
        <p:nvSpPr>
          <p:cNvPr id="4" name="Slide Number Placeholder 3">
            <a:extLst>
              <a:ext uri="{FF2B5EF4-FFF2-40B4-BE49-F238E27FC236}">
                <a16:creationId xmlns:a16="http://schemas.microsoft.com/office/drawing/2014/main" id="{D03A09D1-9EBD-22CB-01F7-055FB7C1EA57}"/>
              </a:ext>
            </a:extLst>
          </p:cNvPr>
          <p:cNvSpPr>
            <a:spLocks noGrp="1"/>
          </p:cNvSpPr>
          <p:nvPr>
            <p:ph type="sldNum" sz="quarter" idx="10"/>
          </p:nvPr>
        </p:nvSpPr>
        <p:spPr/>
        <p:txBody>
          <a:bodyPr/>
          <a:lstStyle/>
          <a:p>
            <a:fld id="{C6684DFB-8BCD-4B6F-9AA1-83F3BA61DF41}" type="slidenum">
              <a:rPr lang="en-US" smtClean="0"/>
              <a:pPr/>
              <a:t>48</a:t>
            </a:fld>
            <a:endParaRPr lang="en-US" dirty="0"/>
          </a:p>
        </p:txBody>
      </p:sp>
      <p:pic>
        <p:nvPicPr>
          <p:cNvPr id="6" name="Picture 5">
            <a:extLst>
              <a:ext uri="{FF2B5EF4-FFF2-40B4-BE49-F238E27FC236}">
                <a16:creationId xmlns:a16="http://schemas.microsoft.com/office/drawing/2014/main" id="{092B5CC7-D7F8-8B22-0415-9A6BDD0DA53C}"/>
              </a:ext>
            </a:extLst>
          </p:cNvPr>
          <p:cNvPicPr>
            <a:picLocks noChangeAspect="1"/>
          </p:cNvPicPr>
          <p:nvPr/>
        </p:nvPicPr>
        <p:blipFill>
          <a:blip r:embed="rId2"/>
          <a:srcRect r="61678"/>
          <a:stretch>
            <a:fillRect/>
          </a:stretch>
        </p:blipFill>
        <p:spPr>
          <a:xfrm>
            <a:off x="6279609" y="1546913"/>
            <a:ext cx="2572160" cy="2527326"/>
          </a:xfrm>
          <a:prstGeom prst="rect">
            <a:avLst/>
          </a:prstGeom>
        </p:spPr>
      </p:pic>
      <p:pic>
        <p:nvPicPr>
          <p:cNvPr id="8" name="Picture 7">
            <a:extLst>
              <a:ext uri="{FF2B5EF4-FFF2-40B4-BE49-F238E27FC236}">
                <a16:creationId xmlns:a16="http://schemas.microsoft.com/office/drawing/2014/main" id="{14148C18-E838-C04A-C603-E6A17BC74F29}"/>
              </a:ext>
            </a:extLst>
          </p:cNvPr>
          <p:cNvPicPr>
            <a:picLocks noChangeAspect="1"/>
          </p:cNvPicPr>
          <p:nvPr/>
        </p:nvPicPr>
        <p:blipFill>
          <a:blip r:embed="rId3"/>
          <a:stretch>
            <a:fillRect/>
          </a:stretch>
        </p:blipFill>
        <p:spPr>
          <a:xfrm>
            <a:off x="4790175" y="4645134"/>
            <a:ext cx="6792544" cy="1064502"/>
          </a:xfrm>
          <a:prstGeom prst="rect">
            <a:avLst/>
          </a:prstGeom>
        </p:spPr>
      </p:pic>
      <p:sp>
        <p:nvSpPr>
          <p:cNvPr id="9" name="Rectangle 8">
            <a:extLst>
              <a:ext uri="{FF2B5EF4-FFF2-40B4-BE49-F238E27FC236}">
                <a16:creationId xmlns:a16="http://schemas.microsoft.com/office/drawing/2014/main" id="{6F227090-C0D3-8156-21E4-687E5F48FA33}"/>
              </a:ext>
            </a:extLst>
          </p:cNvPr>
          <p:cNvSpPr/>
          <p:nvPr/>
        </p:nvSpPr>
        <p:spPr>
          <a:xfrm>
            <a:off x="6096000" y="1480008"/>
            <a:ext cx="5656446" cy="2594231"/>
          </a:xfrm>
          <a:prstGeom prst="rect">
            <a:avLst/>
          </a:prstGeom>
          <a:noFill/>
          <a:ln w="28575">
            <a:solidFill>
              <a:srgbClr val="FFCD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97079D4-2517-FA11-0D26-F5B8402438C6}"/>
              </a:ext>
            </a:extLst>
          </p:cNvPr>
          <p:cNvSpPr/>
          <p:nvPr/>
        </p:nvSpPr>
        <p:spPr>
          <a:xfrm>
            <a:off x="4716379" y="4377285"/>
            <a:ext cx="7036067" cy="1600201"/>
          </a:xfrm>
          <a:prstGeom prst="rect">
            <a:avLst/>
          </a:prstGeom>
          <a:noFill/>
          <a:ln w="28575">
            <a:solidFill>
              <a:srgbClr val="FFCD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D9A96818-B00C-1222-541E-0E27606E18F9}"/>
              </a:ext>
            </a:extLst>
          </p:cNvPr>
          <p:cNvPicPr>
            <a:picLocks noChangeAspect="1"/>
          </p:cNvPicPr>
          <p:nvPr/>
        </p:nvPicPr>
        <p:blipFill>
          <a:blip r:embed="rId2"/>
          <a:srcRect l="80914" t="9023" b="9664"/>
          <a:stretch>
            <a:fillRect/>
          </a:stretch>
        </p:blipFill>
        <p:spPr>
          <a:xfrm>
            <a:off x="10072748" y="1783054"/>
            <a:ext cx="1281052" cy="2055045"/>
          </a:xfrm>
          <a:prstGeom prst="rect">
            <a:avLst/>
          </a:prstGeom>
        </p:spPr>
      </p:pic>
      <p:sp>
        <p:nvSpPr>
          <p:cNvPr id="12" name="Arrow: Right 11">
            <a:extLst>
              <a:ext uri="{FF2B5EF4-FFF2-40B4-BE49-F238E27FC236}">
                <a16:creationId xmlns:a16="http://schemas.microsoft.com/office/drawing/2014/main" id="{69D532B4-F9A3-78EA-A26B-D931A2C8EA8F}"/>
              </a:ext>
            </a:extLst>
          </p:cNvPr>
          <p:cNvSpPr/>
          <p:nvPr/>
        </p:nvSpPr>
        <p:spPr>
          <a:xfrm>
            <a:off x="9127607" y="2593759"/>
            <a:ext cx="669303" cy="43363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F48E6CDF-0C5A-5512-7E06-A2B716117979}"/>
              </a:ext>
            </a:extLst>
          </p:cNvPr>
          <p:cNvSpPr txBox="1"/>
          <p:nvPr/>
        </p:nvSpPr>
        <p:spPr>
          <a:xfrm>
            <a:off x="677368" y="1945273"/>
            <a:ext cx="3714161" cy="3785652"/>
          </a:xfrm>
          <a:prstGeom prst="rect">
            <a:avLst/>
          </a:prstGeom>
          <a:noFill/>
        </p:spPr>
        <p:txBody>
          <a:bodyPr wrap="square" rtlCol="0">
            <a:spAutoFit/>
          </a:bodyPr>
          <a:lstStyle/>
          <a:p>
            <a:r>
              <a:rPr lang="en-US" sz="2400" dirty="0"/>
              <a:t>Given a subset of adjacent layers, we collapse them into a 1x1 convolution projection feature space without changing spatial resolution, halting unnecessary expansion.</a:t>
            </a:r>
          </a:p>
          <a:p>
            <a:endParaRPr lang="en-US" sz="2400" dirty="0"/>
          </a:p>
          <a:p>
            <a:endParaRPr lang="en-US" sz="2400" dirty="0"/>
          </a:p>
        </p:txBody>
      </p:sp>
      <p:pic>
        <p:nvPicPr>
          <p:cNvPr id="7" name="Picture 6">
            <a:extLst>
              <a:ext uri="{FF2B5EF4-FFF2-40B4-BE49-F238E27FC236}">
                <a16:creationId xmlns:a16="http://schemas.microsoft.com/office/drawing/2014/main" id="{6C1AA344-4FF1-22E1-6610-8ADB272D76DD}"/>
              </a:ext>
            </a:extLst>
          </p:cNvPr>
          <p:cNvPicPr>
            <a:picLocks noChangeAspect="1"/>
          </p:cNvPicPr>
          <p:nvPr/>
        </p:nvPicPr>
        <p:blipFill>
          <a:blip r:embed="rId4"/>
          <a:stretch>
            <a:fillRect/>
          </a:stretch>
        </p:blipFill>
        <p:spPr>
          <a:xfrm>
            <a:off x="5419466" y="1497785"/>
            <a:ext cx="5656445" cy="4522211"/>
          </a:xfrm>
          <a:prstGeom prst="rect">
            <a:avLst/>
          </a:prstGeom>
        </p:spPr>
      </p:pic>
    </p:spTree>
    <p:extLst>
      <p:ext uri="{BB962C8B-B14F-4D97-AF65-F5344CB8AC3E}">
        <p14:creationId xmlns:p14="http://schemas.microsoft.com/office/powerpoint/2010/main" val="21863668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977D2-8916-3066-31D9-D6385366DF1B}"/>
              </a:ext>
            </a:extLst>
          </p:cNvPr>
          <p:cNvSpPr>
            <a:spLocks noGrp="1"/>
          </p:cNvSpPr>
          <p:nvPr>
            <p:ph type="title"/>
          </p:nvPr>
        </p:nvSpPr>
        <p:spPr/>
        <p:txBody>
          <a:bodyPr/>
          <a:lstStyle/>
          <a:p>
            <a:r>
              <a:rPr lang="en-US" dirty="0"/>
              <a:t>Supplemental Experiments</a:t>
            </a:r>
          </a:p>
        </p:txBody>
      </p:sp>
      <p:sp>
        <p:nvSpPr>
          <p:cNvPr id="4" name="Slide Number Placeholder 3">
            <a:extLst>
              <a:ext uri="{FF2B5EF4-FFF2-40B4-BE49-F238E27FC236}">
                <a16:creationId xmlns:a16="http://schemas.microsoft.com/office/drawing/2014/main" id="{6E925552-A3F3-2520-EF33-DCFA48A71F8A}"/>
              </a:ext>
            </a:extLst>
          </p:cNvPr>
          <p:cNvSpPr>
            <a:spLocks noGrp="1"/>
          </p:cNvSpPr>
          <p:nvPr>
            <p:ph type="sldNum" sz="quarter" idx="10"/>
          </p:nvPr>
        </p:nvSpPr>
        <p:spPr/>
        <p:txBody>
          <a:bodyPr/>
          <a:lstStyle/>
          <a:p>
            <a:fld id="{C6684DFB-8BCD-4B6F-9AA1-83F3BA61DF41}" type="slidenum">
              <a:rPr lang="en-US" smtClean="0"/>
              <a:pPr/>
              <a:t>49</a:t>
            </a:fld>
            <a:endParaRPr lang="en-US"/>
          </a:p>
        </p:txBody>
      </p:sp>
      <p:pic>
        <p:nvPicPr>
          <p:cNvPr id="6" name="Picture 5">
            <a:extLst>
              <a:ext uri="{FF2B5EF4-FFF2-40B4-BE49-F238E27FC236}">
                <a16:creationId xmlns:a16="http://schemas.microsoft.com/office/drawing/2014/main" id="{D0514FDE-6530-C712-BDC7-7BCF965CDBC4}"/>
              </a:ext>
            </a:extLst>
          </p:cNvPr>
          <p:cNvPicPr>
            <a:picLocks noChangeAspect="1"/>
          </p:cNvPicPr>
          <p:nvPr/>
        </p:nvPicPr>
        <p:blipFill>
          <a:blip r:embed="rId2"/>
          <a:stretch>
            <a:fillRect/>
          </a:stretch>
        </p:blipFill>
        <p:spPr>
          <a:xfrm>
            <a:off x="623190" y="1875399"/>
            <a:ext cx="10945619" cy="4326926"/>
          </a:xfrm>
          <a:prstGeom prst="rect">
            <a:avLst/>
          </a:prstGeom>
        </p:spPr>
      </p:pic>
    </p:spTree>
    <p:extLst>
      <p:ext uri="{BB962C8B-B14F-4D97-AF65-F5344CB8AC3E}">
        <p14:creationId xmlns:p14="http://schemas.microsoft.com/office/powerpoint/2010/main" val="31955000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52A40-4D0D-D288-B185-D7F5FC9F5CED}"/>
              </a:ext>
            </a:extLst>
          </p:cNvPr>
          <p:cNvSpPr>
            <a:spLocks noGrp="1"/>
          </p:cNvSpPr>
          <p:nvPr>
            <p:ph type="title"/>
          </p:nvPr>
        </p:nvSpPr>
        <p:spPr/>
        <p:txBody>
          <a:bodyPr/>
          <a:lstStyle/>
          <a:p>
            <a:r>
              <a:rPr lang="en-US" dirty="0"/>
              <a:t>Experimental Setup</a:t>
            </a:r>
          </a:p>
        </p:txBody>
      </p:sp>
      <p:sp>
        <p:nvSpPr>
          <p:cNvPr id="3" name="Content Placeholder 2">
            <a:extLst>
              <a:ext uri="{FF2B5EF4-FFF2-40B4-BE49-F238E27FC236}">
                <a16:creationId xmlns:a16="http://schemas.microsoft.com/office/drawing/2014/main" id="{24275D31-9A49-7E1A-FC12-8C44C576EF17}"/>
              </a:ext>
            </a:extLst>
          </p:cNvPr>
          <p:cNvSpPr>
            <a:spLocks noGrp="1"/>
          </p:cNvSpPr>
          <p:nvPr>
            <p:ph idx="1"/>
          </p:nvPr>
        </p:nvSpPr>
        <p:spPr>
          <a:xfrm>
            <a:off x="952500" y="2050741"/>
            <a:ext cx="10287000" cy="555299"/>
          </a:xfrm>
        </p:spPr>
        <p:txBody>
          <a:bodyPr/>
          <a:lstStyle/>
          <a:p>
            <a:r>
              <a:rPr lang="en-US" dirty="0">
                <a:solidFill>
                  <a:srgbClr val="0070C0"/>
                </a:solidFill>
              </a:rPr>
              <a:t>Post-Hoc Compression </a:t>
            </a:r>
            <a:r>
              <a:rPr lang="en-US" dirty="0"/>
              <a:t>vs. </a:t>
            </a:r>
            <a:r>
              <a:rPr lang="en-US" dirty="0">
                <a:solidFill>
                  <a:schemeClr val="accent6"/>
                </a:solidFill>
              </a:rPr>
              <a:t>Design Stage Optimization</a:t>
            </a:r>
          </a:p>
        </p:txBody>
      </p:sp>
      <p:sp>
        <p:nvSpPr>
          <p:cNvPr id="4" name="Slide Number Placeholder 3">
            <a:extLst>
              <a:ext uri="{FF2B5EF4-FFF2-40B4-BE49-F238E27FC236}">
                <a16:creationId xmlns:a16="http://schemas.microsoft.com/office/drawing/2014/main" id="{D5403A90-02FE-18A5-AE5F-82B629032A76}"/>
              </a:ext>
            </a:extLst>
          </p:cNvPr>
          <p:cNvSpPr>
            <a:spLocks noGrp="1"/>
          </p:cNvSpPr>
          <p:nvPr>
            <p:ph type="sldNum" sz="quarter" idx="10"/>
          </p:nvPr>
        </p:nvSpPr>
        <p:spPr/>
        <p:txBody>
          <a:bodyPr/>
          <a:lstStyle/>
          <a:p>
            <a:fld id="{C6684DFB-8BCD-4B6F-9AA1-83F3BA61DF41}" type="slidenum">
              <a:rPr lang="en-US" smtClean="0"/>
              <a:pPr/>
              <a:t>50</a:t>
            </a:fld>
            <a:endParaRPr lang="en-US"/>
          </a:p>
        </p:txBody>
      </p:sp>
      <p:pic>
        <p:nvPicPr>
          <p:cNvPr id="12" name="Picture 11">
            <a:extLst>
              <a:ext uri="{FF2B5EF4-FFF2-40B4-BE49-F238E27FC236}">
                <a16:creationId xmlns:a16="http://schemas.microsoft.com/office/drawing/2014/main" id="{9CAC60E6-2026-5DA5-155C-98A40959F08D}"/>
              </a:ext>
            </a:extLst>
          </p:cNvPr>
          <p:cNvPicPr>
            <a:picLocks noChangeAspect="1"/>
          </p:cNvPicPr>
          <p:nvPr/>
        </p:nvPicPr>
        <p:blipFill>
          <a:blip r:embed="rId2"/>
          <a:stretch>
            <a:fillRect/>
          </a:stretch>
        </p:blipFill>
        <p:spPr>
          <a:xfrm>
            <a:off x="2364259" y="2815002"/>
            <a:ext cx="6881313" cy="2985195"/>
          </a:xfrm>
          <a:prstGeom prst="rect">
            <a:avLst/>
          </a:prstGeom>
        </p:spPr>
      </p:pic>
    </p:spTree>
    <p:extLst>
      <p:ext uri="{BB962C8B-B14F-4D97-AF65-F5344CB8AC3E}">
        <p14:creationId xmlns:p14="http://schemas.microsoft.com/office/powerpoint/2010/main" val="23856441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6767D-1A47-2CE1-BCA0-AE88D3017D65}"/>
              </a:ext>
            </a:extLst>
          </p:cNvPr>
          <p:cNvSpPr>
            <a:spLocks noGrp="1"/>
          </p:cNvSpPr>
          <p:nvPr>
            <p:ph type="title"/>
          </p:nvPr>
        </p:nvSpPr>
        <p:spPr/>
        <p:txBody>
          <a:bodyPr/>
          <a:lstStyle/>
          <a:p>
            <a:r>
              <a:rPr lang="en-US" dirty="0"/>
              <a:t>Architectural Selection Strategy</a:t>
            </a:r>
          </a:p>
        </p:txBody>
      </p:sp>
      <p:sp>
        <p:nvSpPr>
          <p:cNvPr id="4" name="Slide Number Placeholder 3">
            <a:extLst>
              <a:ext uri="{FF2B5EF4-FFF2-40B4-BE49-F238E27FC236}">
                <a16:creationId xmlns:a16="http://schemas.microsoft.com/office/drawing/2014/main" id="{B002E157-EFF6-DA24-0266-ABE796417D26}"/>
              </a:ext>
            </a:extLst>
          </p:cNvPr>
          <p:cNvSpPr>
            <a:spLocks noGrp="1"/>
          </p:cNvSpPr>
          <p:nvPr>
            <p:ph type="sldNum" sz="quarter" idx="10"/>
          </p:nvPr>
        </p:nvSpPr>
        <p:spPr/>
        <p:txBody>
          <a:bodyPr/>
          <a:lstStyle/>
          <a:p>
            <a:fld id="{C6684DFB-8BCD-4B6F-9AA1-83F3BA61DF41}" type="slidenum">
              <a:rPr lang="en-US" smtClean="0"/>
              <a:pPr/>
              <a:t>51</a:t>
            </a:fld>
            <a:endParaRPr lang="en-US"/>
          </a:p>
        </p:txBody>
      </p:sp>
      <p:pic>
        <p:nvPicPr>
          <p:cNvPr id="6" name="Picture 5">
            <a:extLst>
              <a:ext uri="{FF2B5EF4-FFF2-40B4-BE49-F238E27FC236}">
                <a16:creationId xmlns:a16="http://schemas.microsoft.com/office/drawing/2014/main" id="{C92EAB28-31C4-4D18-1BE3-2709052B89C1}"/>
              </a:ext>
            </a:extLst>
          </p:cNvPr>
          <p:cNvPicPr>
            <a:picLocks noChangeAspect="1"/>
          </p:cNvPicPr>
          <p:nvPr/>
        </p:nvPicPr>
        <p:blipFill>
          <a:blip r:embed="rId2"/>
          <a:stretch>
            <a:fillRect/>
          </a:stretch>
        </p:blipFill>
        <p:spPr>
          <a:xfrm>
            <a:off x="1847088" y="2060770"/>
            <a:ext cx="8949757" cy="3829463"/>
          </a:xfrm>
          <a:prstGeom prst="rect">
            <a:avLst/>
          </a:prstGeom>
        </p:spPr>
      </p:pic>
    </p:spTree>
    <p:extLst>
      <p:ext uri="{BB962C8B-B14F-4D97-AF65-F5344CB8AC3E}">
        <p14:creationId xmlns:p14="http://schemas.microsoft.com/office/powerpoint/2010/main" val="6818699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BB061-558B-DED6-152F-FD520D0C4226}"/>
              </a:ext>
            </a:extLst>
          </p:cNvPr>
          <p:cNvSpPr>
            <a:spLocks noGrp="1"/>
          </p:cNvSpPr>
          <p:nvPr>
            <p:ph type="title"/>
          </p:nvPr>
        </p:nvSpPr>
        <p:spPr/>
        <p:txBody>
          <a:bodyPr/>
          <a:lstStyle/>
          <a:p>
            <a:r>
              <a:rPr lang="en-US" dirty="0"/>
              <a:t>Areas of Focus</a:t>
            </a:r>
          </a:p>
        </p:txBody>
      </p:sp>
      <p:sp>
        <p:nvSpPr>
          <p:cNvPr id="3" name="Content Placeholder 2">
            <a:extLst>
              <a:ext uri="{FF2B5EF4-FFF2-40B4-BE49-F238E27FC236}">
                <a16:creationId xmlns:a16="http://schemas.microsoft.com/office/drawing/2014/main" id="{E5B98D12-0EA5-B71E-9880-5DA6A24AED81}"/>
              </a:ext>
            </a:extLst>
          </p:cNvPr>
          <p:cNvSpPr>
            <a:spLocks noGrp="1"/>
          </p:cNvSpPr>
          <p:nvPr>
            <p:ph idx="1"/>
          </p:nvPr>
        </p:nvSpPr>
        <p:spPr/>
        <p:txBody>
          <a:bodyPr vert="horz" lIns="0" tIns="0" rIns="0" bIns="0" rtlCol="0" anchor="t">
            <a:normAutofit/>
          </a:bodyPr>
          <a:lstStyle/>
          <a:p>
            <a:r>
              <a:rPr lang="en-US" dirty="0">
                <a:latin typeface="Roboto"/>
                <a:ea typeface="Roboto"/>
                <a:cs typeface="Arial"/>
              </a:rPr>
              <a:t>Using the CKA and a set DDR how does LBL affect </a:t>
            </a:r>
            <a:r>
              <a:rPr lang="en-US" b="1" dirty="0">
                <a:latin typeface="Roboto"/>
                <a:ea typeface="Roboto"/>
                <a:cs typeface="Arial"/>
              </a:rPr>
              <a:t>Resource Utilization </a:t>
            </a:r>
            <a:r>
              <a:rPr lang="en-US" dirty="0">
                <a:latin typeface="Roboto"/>
                <a:ea typeface="Roboto"/>
                <a:cs typeface="Arial"/>
              </a:rPr>
              <a:t>while maintaining "deployment usage"</a:t>
            </a:r>
            <a:r>
              <a:rPr lang="en-US" b="1" dirty="0">
                <a:latin typeface="Roboto"/>
                <a:ea typeface="Roboto"/>
                <a:cs typeface="Arial"/>
              </a:rPr>
              <a:t>. </a:t>
            </a:r>
            <a:endParaRPr lang="en-US" dirty="0">
              <a:latin typeface="Roboto"/>
              <a:ea typeface="Roboto"/>
              <a:cs typeface="Arial"/>
            </a:endParaRPr>
          </a:p>
        </p:txBody>
      </p:sp>
      <p:sp>
        <p:nvSpPr>
          <p:cNvPr id="4" name="Slide Number Placeholder 3">
            <a:extLst>
              <a:ext uri="{FF2B5EF4-FFF2-40B4-BE49-F238E27FC236}">
                <a16:creationId xmlns:a16="http://schemas.microsoft.com/office/drawing/2014/main" id="{F1205500-37AA-9981-59C1-DEBEC9BB3141}"/>
              </a:ext>
            </a:extLst>
          </p:cNvPr>
          <p:cNvSpPr>
            <a:spLocks noGrp="1"/>
          </p:cNvSpPr>
          <p:nvPr>
            <p:ph type="sldNum" sz="quarter" idx="10"/>
          </p:nvPr>
        </p:nvSpPr>
        <p:spPr/>
        <p:txBody>
          <a:bodyPr/>
          <a:lstStyle/>
          <a:p>
            <a:fld id="{C6684DFB-8BCD-4B6F-9AA1-83F3BA61DF41}" type="slidenum">
              <a:rPr lang="en-US" smtClean="0"/>
              <a:pPr/>
              <a:t>52</a:t>
            </a:fld>
            <a:endParaRPr lang="en-US"/>
          </a:p>
        </p:txBody>
      </p:sp>
      <p:pic>
        <p:nvPicPr>
          <p:cNvPr id="6" name="Picture 5">
            <a:extLst>
              <a:ext uri="{FF2B5EF4-FFF2-40B4-BE49-F238E27FC236}">
                <a16:creationId xmlns:a16="http://schemas.microsoft.com/office/drawing/2014/main" id="{5E4960F7-11BF-7E90-3BCF-113CA2E2EA6C}"/>
              </a:ext>
            </a:extLst>
          </p:cNvPr>
          <p:cNvPicPr>
            <a:picLocks noChangeAspect="1"/>
          </p:cNvPicPr>
          <p:nvPr/>
        </p:nvPicPr>
        <p:blipFill>
          <a:blip r:embed="rId2"/>
          <a:stretch>
            <a:fillRect/>
          </a:stretch>
        </p:blipFill>
        <p:spPr>
          <a:xfrm>
            <a:off x="1581912" y="3022287"/>
            <a:ext cx="6739128" cy="3066169"/>
          </a:xfrm>
          <a:prstGeom prst="rect">
            <a:avLst/>
          </a:prstGeom>
        </p:spPr>
      </p:pic>
    </p:spTree>
    <p:extLst>
      <p:ext uri="{BB962C8B-B14F-4D97-AF65-F5344CB8AC3E}">
        <p14:creationId xmlns:p14="http://schemas.microsoft.com/office/powerpoint/2010/main" val="29065781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8571E-852F-2FC5-04BC-19CF487DF2DF}"/>
              </a:ext>
            </a:extLst>
          </p:cNvPr>
          <p:cNvSpPr>
            <a:spLocks noGrp="1"/>
          </p:cNvSpPr>
          <p:nvPr>
            <p:ph type="title"/>
          </p:nvPr>
        </p:nvSpPr>
        <p:spPr/>
        <p:txBody>
          <a:bodyPr/>
          <a:lstStyle/>
          <a:p>
            <a:r>
              <a:rPr lang="en-US" dirty="0"/>
              <a:t>Preliminary Results</a:t>
            </a:r>
          </a:p>
        </p:txBody>
      </p:sp>
      <p:sp>
        <p:nvSpPr>
          <p:cNvPr id="3" name="Content Placeholder 2">
            <a:extLst>
              <a:ext uri="{FF2B5EF4-FFF2-40B4-BE49-F238E27FC236}">
                <a16:creationId xmlns:a16="http://schemas.microsoft.com/office/drawing/2014/main" id="{B1AA79A2-F723-F1FA-62C7-EE387ACB8149}"/>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CDEB37E9-98B0-3543-11B4-057535D59B8E}"/>
              </a:ext>
            </a:extLst>
          </p:cNvPr>
          <p:cNvSpPr>
            <a:spLocks noGrp="1"/>
          </p:cNvSpPr>
          <p:nvPr>
            <p:ph type="sldNum" sz="quarter" idx="10"/>
          </p:nvPr>
        </p:nvSpPr>
        <p:spPr/>
        <p:txBody>
          <a:bodyPr/>
          <a:lstStyle/>
          <a:p>
            <a:fld id="{C6684DFB-8BCD-4B6F-9AA1-83F3BA61DF41}" type="slidenum">
              <a:rPr lang="en-US" smtClean="0"/>
              <a:pPr/>
              <a:t>53</a:t>
            </a:fld>
            <a:endParaRPr lang="en-US"/>
          </a:p>
        </p:txBody>
      </p:sp>
    </p:spTree>
    <p:extLst>
      <p:ext uri="{BB962C8B-B14F-4D97-AF65-F5344CB8AC3E}">
        <p14:creationId xmlns:p14="http://schemas.microsoft.com/office/powerpoint/2010/main" val="11460273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F7983-0A39-2AD7-DAE6-5AA85D79FE7F}"/>
              </a:ext>
            </a:extLst>
          </p:cNvPr>
          <p:cNvSpPr>
            <a:spLocks noGrp="1"/>
          </p:cNvSpPr>
          <p:nvPr>
            <p:ph type="title"/>
          </p:nvPr>
        </p:nvSpPr>
        <p:spPr>
          <a:xfrm>
            <a:off x="696711" y="559207"/>
            <a:ext cx="10287001" cy="869089"/>
          </a:xfrm>
        </p:spPr>
        <p:txBody>
          <a:bodyPr/>
          <a:lstStyle/>
          <a:p>
            <a:r>
              <a:rPr lang="en-US" dirty="0"/>
              <a:t>Acknowledgements</a:t>
            </a:r>
          </a:p>
        </p:txBody>
      </p:sp>
      <p:sp>
        <p:nvSpPr>
          <p:cNvPr id="3" name="Content Placeholder 2">
            <a:extLst>
              <a:ext uri="{FF2B5EF4-FFF2-40B4-BE49-F238E27FC236}">
                <a16:creationId xmlns:a16="http://schemas.microsoft.com/office/drawing/2014/main" id="{6E85BD15-D213-FB58-FA53-1FAFA47B931F}"/>
              </a:ext>
            </a:extLst>
          </p:cNvPr>
          <p:cNvSpPr>
            <a:spLocks noGrp="1"/>
          </p:cNvSpPr>
          <p:nvPr>
            <p:ph idx="10"/>
          </p:nvPr>
        </p:nvSpPr>
        <p:spPr>
          <a:xfrm>
            <a:off x="606674" y="1883511"/>
            <a:ext cx="3587971" cy="1098484"/>
          </a:xfrm>
        </p:spPr>
        <p:txBody>
          <a:bodyPr>
            <a:normAutofit/>
          </a:bodyPr>
          <a:lstStyle/>
          <a:p>
            <a:pPr marL="0" indent="0">
              <a:buNone/>
            </a:pPr>
            <a:r>
              <a:rPr lang="en-US" sz="2400" b="1" u="sng" dirty="0"/>
              <a:t>UI/Goddard Lab</a:t>
            </a:r>
            <a:endParaRPr lang="en-US" sz="2400" dirty="0"/>
          </a:p>
        </p:txBody>
      </p:sp>
      <p:sp>
        <p:nvSpPr>
          <p:cNvPr id="4" name="Content Placeholder 2">
            <a:extLst>
              <a:ext uri="{FF2B5EF4-FFF2-40B4-BE49-F238E27FC236}">
                <a16:creationId xmlns:a16="http://schemas.microsoft.com/office/drawing/2014/main" id="{587ADF70-85AE-3181-D06E-59990755564C}"/>
              </a:ext>
            </a:extLst>
          </p:cNvPr>
          <p:cNvSpPr txBox="1">
            <a:spLocks/>
          </p:cNvSpPr>
          <p:nvPr/>
        </p:nvSpPr>
        <p:spPr>
          <a:xfrm>
            <a:off x="449762" y="3131175"/>
            <a:ext cx="3693074" cy="1084248"/>
          </a:xfrm>
          <a:prstGeom prst="rect">
            <a:avLst/>
          </a:prstGeom>
        </p:spPr>
        <p:txBody>
          <a:bodyPr vert="horz" lIns="0" tIns="0" rIns="0" bIns="0" rtlCol="0">
            <a:noAutofit/>
          </a:bodyPr>
          <a:lstStyle>
            <a:lvl1pPr marL="228600" indent="-228600" algn="l" defTabSz="914400" rtl="0" eaLnBrk="1" latinLnBrk="0" hangingPunct="1">
              <a:lnSpc>
                <a:spcPct val="100000"/>
              </a:lnSpc>
              <a:spcBef>
                <a:spcPts val="1000"/>
              </a:spcBef>
              <a:buClr>
                <a:schemeClr val="tx2"/>
              </a:buClr>
              <a:buSzPct val="95000"/>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2000" kern="1200">
                <a:solidFill>
                  <a:schemeClr val="tx1"/>
                </a:solidFill>
                <a:latin typeface="Roboto" panose="02000000000000000000" pitchFamily="2" charset="0"/>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en-US" sz="2000" dirty="0"/>
              <a:t>Dr. Kevin Griffin</a:t>
            </a:r>
          </a:p>
          <a:p>
            <a:pPr marL="457200" lvl="1" indent="0">
              <a:buNone/>
            </a:pPr>
            <a:r>
              <a:rPr lang="en-US" sz="2000" dirty="0"/>
              <a:t>Dr. Nicholas Wimer</a:t>
            </a:r>
          </a:p>
        </p:txBody>
      </p:sp>
      <p:pic>
        <p:nvPicPr>
          <p:cNvPr id="1026" name="Picture 2" descr="National Renewable Energy Laboratory Logo">
            <a:extLst>
              <a:ext uri="{FF2B5EF4-FFF2-40B4-BE49-F238E27FC236}">
                <a16:creationId xmlns:a16="http://schemas.microsoft.com/office/drawing/2014/main" id="{0B7F3C55-C736-C738-6E7C-5C97D894528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9813" r="3856" b="9596"/>
          <a:stretch>
            <a:fillRect/>
          </a:stretch>
        </p:blipFill>
        <p:spPr bwMode="auto">
          <a:xfrm>
            <a:off x="4556619" y="5756398"/>
            <a:ext cx="2118611" cy="63117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Logos &amp; Lockups | Vanderbilt Brand Style Guide | Vanderbilt ...">
            <a:extLst>
              <a:ext uri="{FF2B5EF4-FFF2-40B4-BE49-F238E27FC236}">
                <a16:creationId xmlns:a16="http://schemas.microsoft.com/office/drawing/2014/main" id="{A84B62D9-8363-050B-A0A5-3B1DA5D837D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2645" t="17012" r="1921" b="66971"/>
          <a:stretch>
            <a:fillRect/>
          </a:stretch>
        </p:blipFill>
        <p:spPr bwMode="auto">
          <a:xfrm>
            <a:off x="6675230" y="5767776"/>
            <a:ext cx="2186152" cy="631173"/>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F1F6FA30-E3EA-F95D-90E3-B8136C130FFA}"/>
              </a:ext>
            </a:extLst>
          </p:cNvPr>
          <p:cNvSpPr txBox="1">
            <a:spLocks/>
          </p:cNvSpPr>
          <p:nvPr/>
        </p:nvSpPr>
        <p:spPr>
          <a:xfrm>
            <a:off x="502313" y="5094466"/>
            <a:ext cx="3587971" cy="609399"/>
          </a:xfrm>
          <a:prstGeom prst="rect">
            <a:avLst/>
          </a:prstGeom>
        </p:spPr>
        <p:txBody>
          <a:bodyPr vert="horz" lIns="0" tIns="0" rIns="0" bIns="0" rtlCol="0">
            <a:noAutofit/>
          </a:bodyPr>
          <a:lstStyle>
            <a:lvl1pPr marL="228600" indent="-228600" algn="l" defTabSz="914400" rtl="0" eaLnBrk="1" latinLnBrk="0" hangingPunct="1">
              <a:lnSpc>
                <a:spcPct val="100000"/>
              </a:lnSpc>
              <a:spcBef>
                <a:spcPts val="1000"/>
              </a:spcBef>
              <a:buClr>
                <a:schemeClr val="tx2"/>
              </a:buClr>
              <a:buSzPct val="95000"/>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2000" kern="1200">
                <a:solidFill>
                  <a:schemeClr val="tx1"/>
                </a:solidFill>
                <a:latin typeface="Roboto" panose="02000000000000000000" pitchFamily="2" charset="0"/>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en-US" sz="2000" dirty="0"/>
              <a:t>Max </a:t>
            </a:r>
            <a:r>
              <a:rPr lang="en-US" sz="2000" dirty="0" err="1"/>
              <a:t>Milkert</a:t>
            </a:r>
            <a:r>
              <a:rPr lang="en-US" sz="2000" dirty="0"/>
              <a:t> </a:t>
            </a:r>
          </a:p>
        </p:txBody>
      </p:sp>
      <p:sp>
        <p:nvSpPr>
          <p:cNvPr id="6" name="Content Placeholder 2">
            <a:extLst>
              <a:ext uri="{FF2B5EF4-FFF2-40B4-BE49-F238E27FC236}">
                <a16:creationId xmlns:a16="http://schemas.microsoft.com/office/drawing/2014/main" id="{3293AE15-1073-9BD8-A51F-AE500F88999E}"/>
              </a:ext>
            </a:extLst>
          </p:cNvPr>
          <p:cNvSpPr txBox="1">
            <a:spLocks/>
          </p:cNvSpPr>
          <p:nvPr/>
        </p:nvSpPr>
        <p:spPr>
          <a:xfrm>
            <a:off x="3587995" y="1509679"/>
            <a:ext cx="3587971" cy="1098484"/>
          </a:xfrm>
          <a:prstGeom prst="rect">
            <a:avLst/>
          </a:prstGeom>
        </p:spPr>
        <p:txBody>
          <a:bodyPr vert="horz" lIns="0" tIns="0" rIns="0" bIns="0" rtlCol="0">
            <a:normAutofit/>
          </a:bodyPr>
          <a:lstStyle>
            <a:lvl1pPr marL="228600" indent="-228600" algn="l" defTabSz="914400" rtl="0" eaLnBrk="1" latinLnBrk="0" hangingPunct="1">
              <a:lnSpc>
                <a:spcPct val="100000"/>
              </a:lnSpc>
              <a:spcBef>
                <a:spcPts val="1000"/>
              </a:spcBef>
              <a:buClr>
                <a:schemeClr val="tx2"/>
              </a:buClr>
              <a:buSzPct val="95000"/>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2000" kern="1200">
                <a:solidFill>
                  <a:schemeClr val="tx1"/>
                </a:solidFill>
                <a:latin typeface="Roboto" panose="02000000000000000000" pitchFamily="2" charset="0"/>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b="1" dirty="0"/>
              <a:t>Collaborators:</a:t>
            </a:r>
            <a:endParaRPr lang="en-US" sz="2400" dirty="0"/>
          </a:p>
          <a:p>
            <a:pPr lvl="1"/>
            <a:endParaRPr lang="en-US" sz="2000" dirty="0"/>
          </a:p>
        </p:txBody>
      </p:sp>
      <p:pic>
        <p:nvPicPr>
          <p:cNvPr id="1032" name="Picture 8" descr="@EpiGenomicsCode">
            <a:extLst>
              <a:ext uri="{FF2B5EF4-FFF2-40B4-BE49-F238E27FC236}">
                <a16:creationId xmlns:a16="http://schemas.microsoft.com/office/drawing/2014/main" id="{6C5E378D-BF83-3DE2-B57E-81B38E617C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29591" y="5592930"/>
            <a:ext cx="820103" cy="820103"/>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2" descr="University Mark and Shield | Penn State Brand Book">
            <a:extLst>
              <a:ext uri="{FF2B5EF4-FFF2-40B4-BE49-F238E27FC236}">
                <a16:creationId xmlns:a16="http://schemas.microsoft.com/office/drawing/2014/main" id="{3B252371-A4BE-8FE0-E79E-45C3EDC34FF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5625" t="-1098" r="32055" b="28550"/>
          <a:stretch>
            <a:fillRect/>
          </a:stretch>
        </p:blipFill>
        <p:spPr bwMode="auto">
          <a:xfrm>
            <a:off x="10879539" y="5692018"/>
            <a:ext cx="635369" cy="722604"/>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93684CE9-AE42-F929-65E4-F457B1F92923}"/>
              </a:ext>
            </a:extLst>
          </p:cNvPr>
          <p:cNvPicPr>
            <a:picLocks noChangeAspect="1"/>
          </p:cNvPicPr>
          <p:nvPr/>
        </p:nvPicPr>
        <p:blipFill>
          <a:blip r:embed="rId6"/>
          <a:stretch>
            <a:fillRect/>
          </a:stretch>
        </p:blipFill>
        <p:spPr>
          <a:xfrm>
            <a:off x="9717327" y="5631564"/>
            <a:ext cx="1162212" cy="752580"/>
          </a:xfrm>
          <a:prstGeom prst="rect">
            <a:avLst/>
          </a:prstGeom>
        </p:spPr>
      </p:pic>
      <p:pic>
        <p:nvPicPr>
          <p:cNvPr id="1040" name="Picture 16" descr="Salem Laboratory of Advanced Drug and Gene Delivery | The University of Iowa">
            <a:extLst>
              <a:ext uri="{FF2B5EF4-FFF2-40B4-BE49-F238E27FC236}">
                <a16:creationId xmlns:a16="http://schemas.microsoft.com/office/drawing/2014/main" id="{5E5E42E3-532D-CE19-C29A-4E44E683C5E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3961" t="25673" r="66177" b="19989"/>
          <a:stretch>
            <a:fillRect/>
          </a:stretch>
        </p:blipFill>
        <p:spPr bwMode="auto">
          <a:xfrm>
            <a:off x="11489066" y="5664679"/>
            <a:ext cx="702934" cy="719465"/>
          </a:xfrm>
          <a:prstGeom prst="rect">
            <a:avLst/>
          </a:prstGeom>
          <a:noFill/>
          <a:extLst>
            <a:ext uri="{909E8E84-426E-40DD-AFC4-6F175D3DCCD1}">
              <a14:hiddenFill xmlns:a14="http://schemas.microsoft.com/office/drawing/2010/main">
                <a:solidFill>
                  <a:srgbClr val="FFFFFF"/>
                </a:solidFill>
              </a14:hiddenFill>
            </a:ext>
          </a:extLst>
        </p:spPr>
      </p:pic>
      <p:sp>
        <p:nvSpPr>
          <p:cNvPr id="28" name="Content Placeholder 2">
            <a:extLst>
              <a:ext uri="{FF2B5EF4-FFF2-40B4-BE49-F238E27FC236}">
                <a16:creationId xmlns:a16="http://schemas.microsoft.com/office/drawing/2014/main" id="{766F1646-4A53-7385-200F-628515A96087}"/>
              </a:ext>
            </a:extLst>
          </p:cNvPr>
          <p:cNvSpPr txBox="1">
            <a:spLocks/>
          </p:cNvSpPr>
          <p:nvPr/>
        </p:nvSpPr>
        <p:spPr>
          <a:xfrm>
            <a:off x="645644" y="2666710"/>
            <a:ext cx="3587971" cy="1098484"/>
          </a:xfrm>
          <a:prstGeom prst="rect">
            <a:avLst/>
          </a:prstGeom>
        </p:spPr>
        <p:txBody>
          <a:bodyPr vert="horz" lIns="0" tIns="0" rIns="0" bIns="0" rtlCol="0">
            <a:normAutofit/>
          </a:bodyPr>
          <a:lstStyle>
            <a:lvl1pPr marL="228600" indent="-228600" algn="l" defTabSz="914400" rtl="0" eaLnBrk="1" latinLnBrk="0" hangingPunct="1">
              <a:lnSpc>
                <a:spcPct val="100000"/>
              </a:lnSpc>
              <a:spcBef>
                <a:spcPts val="1000"/>
              </a:spcBef>
              <a:buClr>
                <a:schemeClr val="tx2"/>
              </a:buClr>
              <a:buSzPct val="95000"/>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2000" kern="1200">
                <a:solidFill>
                  <a:schemeClr val="tx1"/>
                </a:solidFill>
                <a:latin typeface="Roboto" panose="02000000000000000000" pitchFamily="2" charset="0"/>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b="1" u="sng" dirty="0"/>
              <a:t>NREL</a:t>
            </a:r>
            <a:endParaRPr lang="en-US" sz="2400" u="sng" dirty="0"/>
          </a:p>
        </p:txBody>
      </p:sp>
      <p:sp>
        <p:nvSpPr>
          <p:cNvPr id="33" name="Content Placeholder 2">
            <a:extLst>
              <a:ext uri="{FF2B5EF4-FFF2-40B4-BE49-F238E27FC236}">
                <a16:creationId xmlns:a16="http://schemas.microsoft.com/office/drawing/2014/main" id="{AB910AA8-6578-019A-477B-E21595FAC261}"/>
              </a:ext>
            </a:extLst>
          </p:cNvPr>
          <p:cNvSpPr txBox="1">
            <a:spLocks/>
          </p:cNvSpPr>
          <p:nvPr/>
        </p:nvSpPr>
        <p:spPr>
          <a:xfrm>
            <a:off x="696711" y="3816436"/>
            <a:ext cx="3587971" cy="1098484"/>
          </a:xfrm>
          <a:prstGeom prst="rect">
            <a:avLst/>
          </a:prstGeom>
        </p:spPr>
        <p:txBody>
          <a:bodyPr vert="horz" lIns="0" tIns="0" rIns="0" bIns="0" rtlCol="0">
            <a:normAutofit/>
          </a:bodyPr>
          <a:lstStyle>
            <a:lvl1pPr marL="228600" indent="-228600" algn="l" defTabSz="914400" rtl="0" eaLnBrk="1" latinLnBrk="0" hangingPunct="1">
              <a:lnSpc>
                <a:spcPct val="100000"/>
              </a:lnSpc>
              <a:spcBef>
                <a:spcPts val="1000"/>
              </a:spcBef>
              <a:buClr>
                <a:schemeClr val="tx2"/>
              </a:buClr>
              <a:buSzPct val="95000"/>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2000" kern="1200">
                <a:solidFill>
                  <a:schemeClr val="tx1"/>
                </a:solidFill>
                <a:latin typeface="Roboto" panose="02000000000000000000" pitchFamily="2" charset="0"/>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b="1" u="sng" dirty="0"/>
              <a:t>Zazzle</a:t>
            </a:r>
            <a:endParaRPr lang="en-US" sz="2400" u="sng" dirty="0"/>
          </a:p>
        </p:txBody>
      </p:sp>
      <p:sp>
        <p:nvSpPr>
          <p:cNvPr id="34" name="Content Placeholder 2">
            <a:extLst>
              <a:ext uri="{FF2B5EF4-FFF2-40B4-BE49-F238E27FC236}">
                <a16:creationId xmlns:a16="http://schemas.microsoft.com/office/drawing/2014/main" id="{801BAA6F-BE28-DD9F-944B-7514E40717A5}"/>
              </a:ext>
            </a:extLst>
          </p:cNvPr>
          <p:cNvSpPr txBox="1">
            <a:spLocks/>
          </p:cNvSpPr>
          <p:nvPr/>
        </p:nvSpPr>
        <p:spPr>
          <a:xfrm>
            <a:off x="472694" y="4247156"/>
            <a:ext cx="3693074" cy="1084248"/>
          </a:xfrm>
          <a:prstGeom prst="rect">
            <a:avLst/>
          </a:prstGeom>
        </p:spPr>
        <p:txBody>
          <a:bodyPr vert="horz" lIns="0" tIns="0" rIns="0" bIns="0" rtlCol="0">
            <a:noAutofit/>
          </a:bodyPr>
          <a:lstStyle>
            <a:lvl1pPr marL="228600" indent="-228600" algn="l" defTabSz="914400" rtl="0" eaLnBrk="1" latinLnBrk="0" hangingPunct="1">
              <a:lnSpc>
                <a:spcPct val="100000"/>
              </a:lnSpc>
              <a:spcBef>
                <a:spcPts val="1000"/>
              </a:spcBef>
              <a:buClr>
                <a:schemeClr val="tx2"/>
              </a:buClr>
              <a:buSzPct val="95000"/>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2000" kern="1200">
                <a:solidFill>
                  <a:schemeClr val="tx1"/>
                </a:solidFill>
                <a:latin typeface="Roboto" panose="02000000000000000000" pitchFamily="2" charset="0"/>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en-US" sz="2000" dirty="0"/>
              <a:t>Dr. Charles Tripp</a:t>
            </a:r>
          </a:p>
        </p:txBody>
      </p:sp>
      <p:sp>
        <p:nvSpPr>
          <p:cNvPr id="37" name="Content Placeholder 2">
            <a:extLst>
              <a:ext uri="{FF2B5EF4-FFF2-40B4-BE49-F238E27FC236}">
                <a16:creationId xmlns:a16="http://schemas.microsoft.com/office/drawing/2014/main" id="{8287EB56-E291-2C5B-5619-AFCFF73B511C}"/>
              </a:ext>
            </a:extLst>
          </p:cNvPr>
          <p:cNvSpPr txBox="1">
            <a:spLocks/>
          </p:cNvSpPr>
          <p:nvPr/>
        </p:nvSpPr>
        <p:spPr>
          <a:xfrm>
            <a:off x="705348" y="4646143"/>
            <a:ext cx="3587971" cy="1098484"/>
          </a:xfrm>
          <a:prstGeom prst="rect">
            <a:avLst/>
          </a:prstGeom>
        </p:spPr>
        <p:txBody>
          <a:bodyPr vert="horz" lIns="0" tIns="0" rIns="0" bIns="0" rtlCol="0">
            <a:normAutofit/>
          </a:bodyPr>
          <a:lstStyle>
            <a:lvl1pPr marL="228600" indent="-228600" algn="l" defTabSz="914400" rtl="0" eaLnBrk="1" latinLnBrk="0" hangingPunct="1">
              <a:lnSpc>
                <a:spcPct val="100000"/>
              </a:lnSpc>
              <a:spcBef>
                <a:spcPts val="1000"/>
              </a:spcBef>
              <a:buClr>
                <a:schemeClr val="tx2"/>
              </a:buClr>
              <a:buSzPct val="95000"/>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2000" kern="1200">
                <a:solidFill>
                  <a:schemeClr val="tx1"/>
                </a:solidFill>
                <a:latin typeface="Roboto" panose="02000000000000000000" pitchFamily="2" charset="0"/>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b="1" u="sng" dirty="0"/>
              <a:t>Vanderbilt U.</a:t>
            </a:r>
            <a:endParaRPr lang="en-US" sz="2400" u="sng" dirty="0"/>
          </a:p>
        </p:txBody>
      </p:sp>
      <p:sp>
        <p:nvSpPr>
          <p:cNvPr id="38" name="Content Placeholder 2">
            <a:extLst>
              <a:ext uri="{FF2B5EF4-FFF2-40B4-BE49-F238E27FC236}">
                <a16:creationId xmlns:a16="http://schemas.microsoft.com/office/drawing/2014/main" id="{F194564B-B8D2-1D9E-F293-5978CEF0AF21}"/>
              </a:ext>
            </a:extLst>
          </p:cNvPr>
          <p:cNvSpPr txBox="1">
            <a:spLocks/>
          </p:cNvSpPr>
          <p:nvPr/>
        </p:nvSpPr>
        <p:spPr>
          <a:xfrm>
            <a:off x="414063" y="2312968"/>
            <a:ext cx="3693074" cy="1084248"/>
          </a:xfrm>
          <a:prstGeom prst="rect">
            <a:avLst/>
          </a:prstGeom>
        </p:spPr>
        <p:txBody>
          <a:bodyPr vert="horz" lIns="0" tIns="0" rIns="0" bIns="0" rtlCol="0">
            <a:noAutofit/>
          </a:bodyPr>
          <a:lstStyle>
            <a:lvl1pPr marL="228600" indent="-228600" algn="l" defTabSz="914400" rtl="0" eaLnBrk="1" latinLnBrk="0" hangingPunct="1">
              <a:lnSpc>
                <a:spcPct val="100000"/>
              </a:lnSpc>
              <a:spcBef>
                <a:spcPts val="1000"/>
              </a:spcBef>
              <a:buClr>
                <a:schemeClr val="tx2"/>
              </a:buClr>
              <a:buSzPct val="95000"/>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2000" kern="1200">
                <a:solidFill>
                  <a:schemeClr val="tx1"/>
                </a:solidFill>
                <a:latin typeface="Roboto" panose="02000000000000000000" pitchFamily="2" charset="0"/>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en-US" sz="2000" dirty="0"/>
              <a:t>Dr. Steve Goddard</a:t>
            </a:r>
          </a:p>
        </p:txBody>
      </p:sp>
      <p:sp>
        <p:nvSpPr>
          <p:cNvPr id="16" name="Slide Number Placeholder 15">
            <a:extLst>
              <a:ext uri="{FF2B5EF4-FFF2-40B4-BE49-F238E27FC236}">
                <a16:creationId xmlns:a16="http://schemas.microsoft.com/office/drawing/2014/main" id="{7704F537-285D-4769-A677-861CC3DDE650}"/>
              </a:ext>
            </a:extLst>
          </p:cNvPr>
          <p:cNvSpPr>
            <a:spLocks noGrp="1"/>
          </p:cNvSpPr>
          <p:nvPr>
            <p:ph type="sldNum" sz="quarter" idx="11"/>
          </p:nvPr>
        </p:nvSpPr>
        <p:spPr/>
        <p:txBody>
          <a:bodyPr/>
          <a:lstStyle/>
          <a:p>
            <a:fld id="{C6684DFB-8BCD-4B6F-9AA1-83F3BA61DF41}" type="slidenum">
              <a:rPr lang="en-US" smtClean="0"/>
              <a:pPr/>
              <a:t>54</a:t>
            </a:fld>
            <a:endParaRPr lang="en-US"/>
          </a:p>
        </p:txBody>
      </p:sp>
      <p:sp>
        <p:nvSpPr>
          <p:cNvPr id="17" name="Content Placeholder 2">
            <a:extLst>
              <a:ext uri="{FF2B5EF4-FFF2-40B4-BE49-F238E27FC236}">
                <a16:creationId xmlns:a16="http://schemas.microsoft.com/office/drawing/2014/main" id="{819E2BE5-4E47-02E6-BA70-14BA7287E848}"/>
              </a:ext>
            </a:extLst>
          </p:cNvPr>
          <p:cNvSpPr txBox="1">
            <a:spLocks/>
          </p:cNvSpPr>
          <p:nvPr/>
        </p:nvSpPr>
        <p:spPr>
          <a:xfrm>
            <a:off x="285062" y="1458834"/>
            <a:ext cx="3587971" cy="1098484"/>
          </a:xfrm>
          <a:prstGeom prst="rect">
            <a:avLst/>
          </a:prstGeom>
        </p:spPr>
        <p:txBody>
          <a:bodyPr vert="horz" lIns="0" tIns="0" rIns="0" bIns="0" rtlCol="0">
            <a:normAutofit/>
          </a:bodyPr>
          <a:lstStyle>
            <a:lvl1pPr marL="228600" indent="-228600" algn="l" defTabSz="914400" rtl="0" eaLnBrk="1" latinLnBrk="0" hangingPunct="1">
              <a:lnSpc>
                <a:spcPct val="100000"/>
              </a:lnSpc>
              <a:spcBef>
                <a:spcPts val="1000"/>
              </a:spcBef>
              <a:buClr>
                <a:schemeClr val="tx2"/>
              </a:buClr>
              <a:buSzPct val="95000"/>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2000" kern="1200">
                <a:solidFill>
                  <a:schemeClr val="tx1"/>
                </a:solidFill>
                <a:latin typeface="Roboto" panose="02000000000000000000" pitchFamily="2" charset="0"/>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b="1" dirty="0"/>
              <a:t>Coauthors:</a:t>
            </a:r>
            <a:endParaRPr lang="en-US" sz="2400" dirty="0"/>
          </a:p>
          <a:p>
            <a:pPr lvl="1"/>
            <a:endParaRPr lang="en-US" sz="2000" dirty="0"/>
          </a:p>
        </p:txBody>
      </p:sp>
      <p:grpSp>
        <p:nvGrpSpPr>
          <p:cNvPr id="26" name="Group 25">
            <a:extLst>
              <a:ext uri="{FF2B5EF4-FFF2-40B4-BE49-F238E27FC236}">
                <a16:creationId xmlns:a16="http://schemas.microsoft.com/office/drawing/2014/main" id="{C1CE69E2-70EB-2CD7-183E-1DF894853039}"/>
              </a:ext>
            </a:extLst>
          </p:cNvPr>
          <p:cNvGrpSpPr/>
          <p:nvPr/>
        </p:nvGrpSpPr>
        <p:grpSpPr>
          <a:xfrm>
            <a:off x="4002034" y="1960996"/>
            <a:ext cx="8489262" cy="2533990"/>
            <a:chOff x="4184559" y="1961887"/>
            <a:chExt cx="8489262" cy="2533990"/>
          </a:xfrm>
        </p:grpSpPr>
        <p:grpSp>
          <p:nvGrpSpPr>
            <p:cNvPr id="20" name="Group 19">
              <a:extLst>
                <a:ext uri="{FF2B5EF4-FFF2-40B4-BE49-F238E27FC236}">
                  <a16:creationId xmlns:a16="http://schemas.microsoft.com/office/drawing/2014/main" id="{62EA0C3B-2ADA-1451-4E89-D30F406876E0}"/>
                </a:ext>
              </a:extLst>
            </p:cNvPr>
            <p:cNvGrpSpPr/>
            <p:nvPr/>
          </p:nvGrpSpPr>
          <p:grpSpPr>
            <a:xfrm>
              <a:off x="4184559" y="1961887"/>
              <a:ext cx="8489262" cy="2533990"/>
              <a:chOff x="4029696" y="1884621"/>
              <a:chExt cx="8489262" cy="2533990"/>
            </a:xfrm>
          </p:grpSpPr>
          <p:grpSp>
            <p:nvGrpSpPr>
              <p:cNvPr id="15" name="Group 14">
                <a:extLst>
                  <a:ext uri="{FF2B5EF4-FFF2-40B4-BE49-F238E27FC236}">
                    <a16:creationId xmlns:a16="http://schemas.microsoft.com/office/drawing/2014/main" id="{9918B5AB-C567-CDE0-2119-18B3117F2055}"/>
                  </a:ext>
                </a:extLst>
              </p:cNvPr>
              <p:cNvGrpSpPr/>
              <p:nvPr/>
            </p:nvGrpSpPr>
            <p:grpSpPr>
              <a:xfrm>
                <a:off x="4029696" y="1884621"/>
                <a:ext cx="4895434" cy="1490411"/>
                <a:chOff x="3694597" y="2089794"/>
                <a:chExt cx="4895434" cy="1490411"/>
              </a:xfrm>
            </p:grpSpPr>
            <p:sp>
              <p:nvSpPr>
                <p:cNvPr id="7" name="Content Placeholder 2">
                  <a:extLst>
                    <a:ext uri="{FF2B5EF4-FFF2-40B4-BE49-F238E27FC236}">
                      <a16:creationId xmlns:a16="http://schemas.microsoft.com/office/drawing/2014/main" id="{9C0E8F77-D49D-8F86-31CC-0650EEB7C99B}"/>
                    </a:ext>
                  </a:extLst>
                </p:cNvPr>
                <p:cNvSpPr txBox="1">
                  <a:spLocks/>
                </p:cNvSpPr>
                <p:nvPr/>
              </p:nvSpPr>
              <p:spPr>
                <a:xfrm>
                  <a:off x="3694597" y="2089794"/>
                  <a:ext cx="4895434" cy="333885"/>
                </a:xfrm>
                <a:prstGeom prst="rect">
                  <a:avLst/>
                </a:prstGeom>
              </p:spPr>
              <p:txBody>
                <a:bodyPr vert="horz" lIns="0" tIns="0" rIns="0" bIns="0" rtlCol="0">
                  <a:noAutofit/>
                </a:bodyPr>
                <a:lstStyle>
                  <a:lvl1pPr marL="228600" indent="-228600" algn="l" defTabSz="914400" rtl="0" eaLnBrk="1" latinLnBrk="0" hangingPunct="1">
                    <a:lnSpc>
                      <a:spcPct val="100000"/>
                    </a:lnSpc>
                    <a:spcBef>
                      <a:spcPts val="1000"/>
                    </a:spcBef>
                    <a:buClr>
                      <a:schemeClr val="tx2"/>
                    </a:buClr>
                    <a:buSzPct val="95000"/>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2000" kern="1200">
                      <a:solidFill>
                        <a:schemeClr val="tx1"/>
                      </a:solidFill>
                      <a:latin typeface="Roboto" panose="02000000000000000000" pitchFamily="2" charset="0"/>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en-US" sz="2000" b="1" u="sng" dirty="0"/>
                    <a:t>Cornell U./ </a:t>
                  </a:r>
                  <a:r>
                    <a:rPr lang="en-US" sz="2000" b="1" u="sng" dirty="0" err="1"/>
                    <a:t>EpiGenomics</a:t>
                  </a:r>
                  <a:r>
                    <a:rPr lang="en-US" sz="2000" b="1" u="sng" dirty="0"/>
                    <a:t> Core Lai Lab</a:t>
                  </a:r>
                </a:p>
                <a:p>
                  <a:pPr marL="457200" lvl="1" indent="0">
                    <a:buNone/>
                  </a:pPr>
                  <a:endParaRPr lang="en-US" sz="2000" u="sng" dirty="0"/>
                </a:p>
              </p:txBody>
            </p:sp>
            <p:sp>
              <p:nvSpPr>
                <p:cNvPr id="8" name="Content Placeholder 2">
                  <a:extLst>
                    <a:ext uri="{FF2B5EF4-FFF2-40B4-BE49-F238E27FC236}">
                      <a16:creationId xmlns:a16="http://schemas.microsoft.com/office/drawing/2014/main" id="{AE61D198-8F6A-557F-2E7F-888F36F1B3F0}"/>
                    </a:ext>
                  </a:extLst>
                </p:cNvPr>
                <p:cNvSpPr txBox="1">
                  <a:spLocks/>
                </p:cNvSpPr>
                <p:nvPr/>
              </p:nvSpPr>
              <p:spPr>
                <a:xfrm>
                  <a:off x="3928700" y="2531597"/>
                  <a:ext cx="2275949" cy="1048608"/>
                </a:xfrm>
                <a:prstGeom prst="rect">
                  <a:avLst/>
                </a:prstGeom>
              </p:spPr>
              <p:txBody>
                <a:bodyPr vert="horz" lIns="0" tIns="0" rIns="0" bIns="0" rtlCol="0">
                  <a:noAutofit/>
                </a:bodyPr>
                <a:lstStyle>
                  <a:lvl1pPr marL="228600" indent="-228600" algn="l" defTabSz="914400" rtl="0" eaLnBrk="1" latinLnBrk="0" hangingPunct="1">
                    <a:lnSpc>
                      <a:spcPct val="100000"/>
                    </a:lnSpc>
                    <a:spcBef>
                      <a:spcPts val="1000"/>
                    </a:spcBef>
                    <a:buClr>
                      <a:schemeClr val="tx2"/>
                    </a:buClr>
                    <a:buSzPct val="95000"/>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2000" kern="1200">
                      <a:solidFill>
                        <a:schemeClr val="tx1"/>
                      </a:solidFill>
                      <a:latin typeface="Roboto" panose="02000000000000000000" pitchFamily="2" charset="0"/>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en-US" sz="2000" dirty="0"/>
                    <a:t>Dr. William Lai</a:t>
                  </a:r>
                </a:p>
                <a:p>
                  <a:pPr marL="457200" lvl="1" indent="0">
                    <a:buNone/>
                  </a:pPr>
                  <a:r>
                    <a:rPr lang="en-US" sz="2000" dirty="0"/>
                    <a:t>Dr. Olivia Lang</a:t>
                  </a:r>
                </a:p>
                <a:p>
                  <a:pPr marL="457200" lvl="1" indent="0">
                    <a:buNone/>
                  </a:pPr>
                  <a:r>
                    <a:rPr lang="en-US" sz="2000" dirty="0"/>
                    <a:t>Justin Cha</a:t>
                  </a:r>
                </a:p>
              </p:txBody>
            </p:sp>
          </p:grpSp>
          <p:grpSp>
            <p:nvGrpSpPr>
              <p:cNvPr id="13" name="Group 12">
                <a:extLst>
                  <a:ext uri="{FF2B5EF4-FFF2-40B4-BE49-F238E27FC236}">
                    <a16:creationId xmlns:a16="http://schemas.microsoft.com/office/drawing/2014/main" id="{599D9554-1F1D-5717-AC74-0EC34D0BA120}"/>
                  </a:ext>
                </a:extLst>
              </p:cNvPr>
              <p:cNvGrpSpPr/>
              <p:nvPr/>
            </p:nvGrpSpPr>
            <p:grpSpPr>
              <a:xfrm>
                <a:off x="8591780" y="1888265"/>
                <a:ext cx="3927178" cy="1902817"/>
                <a:chOff x="11612888" y="-540520"/>
                <a:chExt cx="3927178" cy="1902817"/>
              </a:xfrm>
            </p:grpSpPr>
            <p:sp>
              <p:nvSpPr>
                <p:cNvPr id="9" name="Content Placeholder 2">
                  <a:extLst>
                    <a:ext uri="{FF2B5EF4-FFF2-40B4-BE49-F238E27FC236}">
                      <a16:creationId xmlns:a16="http://schemas.microsoft.com/office/drawing/2014/main" id="{621BB09B-D294-881D-9649-7AB2EB57E881}"/>
                    </a:ext>
                  </a:extLst>
                </p:cNvPr>
                <p:cNvSpPr txBox="1">
                  <a:spLocks/>
                </p:cNvSpPr>
                <p:nvPr/>
              </p:nvSpPr>
              <p:spPr>
                <a:xfrm>
                  <a:off x="11612888" y="-540520"/>
                  <a:ext cx="2838683" cy="274625"/>
                </a:xfrm>
                <a:prstGeom prst="rect">
                  <a:avLst/>
                </a:prstGeom>
              </p:spPr>
              <p:txBody>
                <a:bodyPr vert="horz" lIns="0" tIns="0" rIns="0" bIns="0" rtlCol="0">
                  <a:noAutofit/>
                </a:bodyPr>
                <a:lstStyle>
                  <a:lvl1pPr marL="228600" indent="-228600" algn="l" defTabSz="914400" rtl="0" eaLnBrk="1" latinLnBrk="0" hangingPunct="1">
                    <a:lnSpc>
                      <a:spcPct val="100000"/>
                    </a:lnSpc>
                    <a:spcBef>
                      <a:spcPts val="1000"/>
                    </a:spcBef>
                    <a:buClr>
                      <a:schemeClr val="tx2"/>
                    </a:buClr>
                    <a:buSzPct val="95000"/>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2000" kern="1200">
                      <a:solidFill>
                        <a:schemeClr val="tx1"/>
                      </a:solidFill>
                      <a:latin typeface="Roboto" panose="02000000000000000000" pitchFamily="2" charset="0"/>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en-US" sz="2000" b="1" u="sng" dirty="0"/>
                    <a:t>Cornell U./Pugh Lab</a:t>
                  </a:r>
                </a:p>
              </p:txBody>
            </p:sp>
            <p:sp>
              <p:nvSpPr>
                <p:cNvPr id="10" name="Content Placeholder 2">
                  <a:extLst>
                    <a:ext uri="{FF2B5EF4-FFF2-40B4-BE49-F238E27FC236}">
                      <a16:creationId xmlns:a16="http://schemas.microsoft.com/office/drawing/2014/main" id="{417D11FB-8FF7-8934-4C7D-5DB0480B2411}"/>
                    </a:ext>
                  </a:extLst>
                </p:cNvPr>
                <p:cNvSpPr txBox="1">
                  <a:spLocks/>
                </p:cNvSpPr>
                <p:nvPr/>
              </p:nvSpPr>
              <p:spPr>
                <a:xfrm>
                  <a:off x="11846992" y="-98717"/>
                  <a:ext cx="3693074" cy="1461014"/>
                </a:xfrm>
                <a:prstGeom prst="rect">
                  <a:avLst/>
                </a:prstGeom>
              </p:spPr>
              <p:txBody>
                <a:bodyPr vert="horz" lIns="0" tIns="0" rIns="0" bIns="0" rtlCol="0">
                  <a:noAutofit/>
                </a:bodyPr>
                <a:lstStyle>
                  <a:lvl1pPr marL="228600" indent="-228600" algn="l" defTabSz="914400" rtl="0" eaLnBrk="1" latinLnBrk="0" hangingPunct="1">
                    <a:lnSpc>
                      <a:spcPct val="100000"/>
                    </a:lnSpc>
                    <a:spcBef>
                      <a:spcPts val="1000"/>
                    </a:spcBef>
                    <a:buClr>
                      <a:schemeClr val="tx2"/>
                    </a:buClr>
                    <a:buSzPct val="95000"/>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2000" kern="1200">
                      <a:solidFill>
                        <a:schemeClr val="tx1"/>
                      </a:solidFill>
                      <a:latin typeface="Roboto" panose="02000000000000000000" pitchFamily="2" charset="0"/>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en-US" sz="2000" dirty="0"/>
                    <a:t>Dr. </a:t>
                  </a:r>
                  <a:r>
                    <a:rPr lang="en-US" sz="2000" dirty="0" err="1"/>
                    <a:t>Ruihao</a:t>
                  </a:r>
                  <a:r>
                    <a:rPr lang="en-US" sz="2000" dirty="0"/>
                    <a:t> Li</a:t>
                  </a:r>
                </a:p>
                <a:p>
                  <a:pPr marL="457200" lvl="1" indent="0">
                    <a:buNone/>
                  </a:pPr>
                  <a:r>
                    <a:rPr lang="en-US" sz="2000" dirty="0"/>
                    <a:t>Zimo Zhu</a:t>
                  </a:r>
                </a:p>
                <a:p>
                  <a:pPr marL="457200" lvl="1" indent="0">
                    <a:buNone/>
                  </a:pPr>
                  <a:r>
                    <a:rPr lang="en-US" sz="2000" dirty="0"/>
                    <a:t>Kritika Grover</a:t>
                  </a:r>
                </a:p>
              </p:txBody>
            </p:sp>
          </p:grpSp>
          <p:sp>
            <p:nvSpPr>
              <p:cNvPr id="12" name="Content Placeholder 2">
                <a:extLst>
                  <a:ext uri="{FF2B5EF4-FFF2-40B4-BE49-F238E27FC236}">
                    <a16:creationId xmlns:a16="http://schemas.microsoft.com/office/drawing/2014/main" id="{E719055C-285C-B661-8F29-77A4FD497B53}"/>
                  </a:ext>
                </a:extLst>
              </p:cNvPr>
              <p:cNvSpPr txBox="1">
                <a:spLocks/>
              </p:cNvSpPr>
              <p:nvPr/>
            </p:nvSpPr>
            <p:spPr>
              <a:xfrm>
                <a:off x="4263799" y="3945243"/>
                <a:ext cx="2374622" cy="473368"/>
              </a:xfrm>
              <a:prstGeom prst="rect">
                <a:avLst/>
              </a:prstGeom>
            </p:spPr>
            <p:txBody>
              <a:bodyPr vert="horz" lIns="0" tIns="0" rIns="0" bIns="0" rtlCol="0">
                <a:noAutofit/>
              </a:bodyPr>
              <a:lstStyle>
                <a:lvl1pPr marL="228600" indent="-228600" algn="l" defTabSz="914400" rtl="0" eaLnBrk="1" latinLnBrk="0" hangingPunct="1">
                  <a:lnSpc>
                    <a:spcPct val="100000"/>
                  </a:lnSpc>
                  <a:spcBef>
                    <a:spcPts val="1000"/>
                  </a:spcBef>
                  <a:buClr>
                    <a:schemeClr val="tx2"/>
                  </a:buClr>
                  <a:buSzPct val="95000"/>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2000" kern="1200">
                    <a:solidFill>
                      <a:schemeClr val="tx1"/>
                    </a:solidFill>
                    <a:latin typeface="Roboto" panose="02000000000000000000" pitchFamily="2" charset="0"/>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en-US" sz="2000" dirty="0"/>
                  <a:t>Gretta Kellogg</a:t>
                </a:r>
              </a:p>
            </p:txBody>
          </p:sp>
          <p:sp>
            <p:nvSpPr>
              <p:cNvPr id="18" name="Content Placeholder 2">
                <a:extLst>
                  <a:ext uri="{FF2B5EF4-FFF2-40B4-BE49-F238E27FC236}">
                    <a16:creationId xmlns:a16="http://schemas.microsoft.com/office/drawing/2014/main" id="{CE409A8A-2980-415A-4714-C63FCC318404}"/>
                  </a:ext>
                </a:extLst>
              </p:cNvPr>
              <p:cNvSpPr txBox="1">
                <a:spLocks/>
              </p:cNvSpPr>
              <p:nvPr/>
            </p:nvSpPr>
            <p:spPr>
              <a:xfrm>
                <a:off x="6520367" y="3507092"/>
                <a:ext cx="4813836" cy="280346"/>
              </a:xfrm>
              <a:prstGeom prst="rect">
                <a:avLst/>
              </a:prstGeom>
            </p:spPr>
            <p:txBody>
              <a:bodyPr vert="horz" lIns="0" tIns="0" rIns="0" bIns="0" rtlCol="0">
                <a:noAutofit/>
              </a:bodyPr>
              <a:lstStyle>
                <a:lvl1pPr marL="228600" indent="-228600" algn="l" defTabSz="914400" rtl="0" eaLnBrk="1" latinLnBrk="0" hangingPunct="1">
                  <a:lnSpc>
                    <a:spcPct val="100000"/>
                  </a:lnSpc>
                  <a:spcBef>
                    <a:spcPts val="1000"/>
                  </a:spcBef>
                  <a:buClr>
                    <a:schemeClr val="tx2"/>
                  </a:buClr>
                  <a:buSzPct val="95000"/>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2000" kern="1200">
                    <a:solidFill>
                      <a:schemeClr val="tx1"/>
                    </a:solidFill>
                    <a:latin typeface="Roboto" panose="02000000000000000000" pitchFamily="2" charset="0"/>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en-US" sz="2000" b="1" u="sng" dirty="0"/>
                  <a:t>UI/Adv. Drug and Gene Delivery Lab</a:t>
                </a:r>
              </a:p>
              <a:p>
                <a:pPr marL="457200" lvl="1" indent="0">
                  <a:buNone/>
                </a:pPr>
                <a:endParaRPr lang="en-US" sz="2000" b="1" u="sng" dirty="0"/>
              </a:p>
            </p:txBody>
          </p:sp>
          <p:sp>
            <p:nvSpPr>
              <p:cNvPr id="19" name="Content Placeholder 2">
                <a:extLst>
                  <a:ext uri="{FF2B5EF4-FFF2-40B4-BE49-F238E27FC236}">
                    <a16:creationId xmlns:a16="http://schemas.microsoft.com/office/drawing/2014/main" id="{AF2CE6F9-AE3C-AD92-AF97-50CCD9716089}"/>
                  </a:ext>
                </a:extLst>
              </p:cNvPr>
              <p:cNvSpPr txBox="1">
                <a:spLocks/>
              </p:cNvSpPr>
              <p:nvPr/>
            </p:nvSpPr>
            <p:spPr>
              <a:xfrm>
                <a:off x="6638421" y="3902644"/>
                <a:ext cx="2670756" cy="473368"/>
              </a:xfrm>
              <a:prstGeom prst="rect">
                <a:avLst/>
              </a:prstGeom>
            </p:spPr>
            <p:txBody>
              <a:bodyPr vert="horz" lIns="0" tIns="0" rIns="0" bIns="0" rtlCol="0">
                <a:noAutofit/>
              </a:bodyPr>
              <a:lstStyle>
                <a:lvl1pPr marL="228600" indent="-228600" algn="l" defTabSz="914400" rtl="0" eaLnBrk="1" latinLnBrk="0" hangingPunct="1">
                  <a:lnSpc>
                    <a:spcPct val="100000"/>
                  </a:lnSpc>
                  <a:spcBef>
                    <a:spcPts val="1000"/>
                  </a:spcBef>
                  <a:buClr>
                    <a:schemeClr val="tx2"/>
                  </a:buClr>
                  <a:buSzPct val="95000"/>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2000" kern="1200">
                    <a:solidFill>
                      <a:schemeClr val="tx1"/>
                    </a:solidFill>
                    <a:latin typeface="Roboto" panose="02000000000000000000" pitchFamily="2" charset="0"/>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en-US" sz="2000" dirty="0"/>
                  <a:t>Esraa Mohamed</a:t>
                </a:r>
              </a:p>
            </p:txBody>
          </p:sp>
        </p:grpSp>
        <p:sp>
          <p:nvSpPr>
            <p:cNvPr id="21" name="Content Placeholder 2">
              <a:extLst>
                <a:ext uri="{FF2B5EF4-FFF2-40B4-BE49-F238E27FC236}">
                  <a16:creationId xmlns:a16="http://schemas.microsoft.com/office/drawing/2014/main" id="{6C823E90-35AA-12AC-E6AD-81D6934CB504}"/>
                </a:ext>
              </a:extLst>
            </p:cNvPr>
            <p:cNvSpPr txBox="1">
              <a:spLocks/>
            </p:cNvSpPr>
            <p:nvPr/>
          </p:nvSpPr>
          <p:spPr>
            <a:xfrm>
              <a:off x="4252063" y="3590966"/>
              <a:ext cx="2442548" cy="396792"/>
            </a:xfrm>
            <a:prstGeom prst="rect">
              <a:avLst/>
            </a:prstGeom>
          </p:spPr>
          <p:txBody>
            <a:bodyPr vert="horz" lIns="0" tIns="0" rIns="0" bIns="0" rtlCol="0">
              <a:noAutofit/>
            </a:bodyPr>
            <a:lstStyle>
              <a:lvl1pPr marL="228600" indent="-228600" algn="l" defTabSz="914400" rtl="0" eaLnBrk="1" latinLnBrk="0" hangingPunct="1">
                <a:lnSpc>
                  <a:spcPct val="100000"/>
                </a:lnSpc>
                <a:spcBef>
                  <a:spcPts val="1000"/>
                </a:spcBef>
                <a:buClr>
                  <a:schemeClr val="tx2"/>
                </a:buClr>
                <a:buSzPct val="95000"/>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2000" kern="1200">
                  <a:solidFill>
                    <a:schemeClr val="tx1"/>
                  </a:solidFill>
                  <a:latin typeface="Roboto" panose="02000000000000000000" pitchFamily="2" charset="0"/>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en-US" sz="2000" b="1" u="sng" dirty="0"/>
                <a:t>Penn State ICDS</a:t>
              </a:r>
            </a:p>
          </p:txBody>
        </p:sp>
        <p:sp>
          <p:nvSpPr>
            <p:cNvPr id="24" name="Content Placeholder 2">
              <a:extLst>
                <a:ext uri="{FF2B5EF4-FFF2-40B4-BE49-F238E27FC236}">
                  <a16:creationId xmlns:a16="http://schemas.microsoft.com/office/drawing/2014/main" id="{DD6B2B65-23C8-C16D-13C1-25993E92CB43}"/>
                </a:ext>
              </a:extLst>
            </p:cNvPr>
            <p:cNvSpPr txBox="1">
              <a:spLocks/>
            </p:cNvSpPr>
            <p:nvPr/>
          </p:nvSpPr>
          <p:spPr>
            <a:xfrm>
              <a:off x="6418834" y="2415002"/>
              <a:ext cx="2442548" cy="1188715"/>
            </a:xfrm>
            <a:prstGeom prst="rect">
              <a:avLst/>
            </a:prstGeom>
          </p:spPr>
          <p:txBody>
            <a:bodyPr vert="horz" lIns="0" tIns="0" rIns="0" bIns="0" rtlCol="0">
              <a:noAutofit/>
            </a:bodyPr>
            <a:lstStyle>
              <a:lvl1pPr marL="228600" indent="-228600" algn="l" defTabSz="914400" rtl="0" eaLnBrk="1" latinLnBrk="0" hangingPunct="1">
                <a:lnSpc>
                  <a:spcPct val="100000"/>
                </a:lnSpc>
                <a:spcBef>
                  <a:spcPts val="1000"/>
                </a:spcBef>
                <a:buClr>
                  <a:schemeClr val="tx2"/>
                </a:buClr>
                <a:buSzPct val="95000"/>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2000" kern="1200">
                  <a:solidFill>
                    <a:schemeClr val="tx1"/>
                  </a:solidFill>
                  <a:latin typeface="Roboto" panose="02000000000000000000" pitchFamily="2" charset="0"/>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Clr>
                  <a:schemeClr val="tx2"/>
                </a:buClr>
                <a:buSzPct val="100000"/>
                <a:buFont typeface="Roboto" panose="02000000000000000000" pitchFamily="2"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Clr>
                  <a:schemeClr val="tx2"/>
                </a:buClr>
                <a:buSzPct val="100000"/>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en-US" sz="2000" dirty="0"/>
                <a:t>Amy Lyndaker</a:t>
              </a:r>
            </a:p>
            <a:p>
              <a:pPr marL="457200" lvl="1" indent="0">
                <a:buNone/>
              </a:pPr>
              <a:r>
                <a:rPr lang="en-US" sz="2000" dirty="0"/>
                <a:t>Devin </a:t>
              </a:r>
              <a:r>
                <a:rPr lang="en-US" sz="2000" dirty="0" err="1"/>
                <a:t>Mellini</a:t>
              </a:r>
              <a:endParaRPr lang="en-US" sz="2000" dirty="0"/>
            </a:p>
            <a:p>
              <a:pPr marL="457200" lvl="1" indent="0">
                <a:buNone/>
              </a:pPr>
              <a:r>
                <a:rPr lang="en-US" sz="2000" dirty="0"/>
                <a:t>Catie </a:t>
              </a:r>
              <a:r>
                <a:rPr lang="en-US" sz="2000" dirty="0" err="1"/>
                <a:t>Smugereski</a:t>
              </a:r>
              <a:endParaRPr lang="en-US" sz="2000" dirty="0"/>
            </a:p>
            <a:p>
              <a:pPr marL="457200" lvl="1" indent="0">
                <a:buNone/>
              </a:pPr>
              <a:endParaRPr lang="en-US" sz="2000" dirty="0"/>
            </a:p>
          </p:txBody>
        </p:sp>
      </p:grpSp>
    </p:spTree>
    <p:extLst>
      <p:ext uri="{BB962C8B-B14F-4D97-AF65-F5344CB8AC3E}">
        <p14:creationId xmlns:p14="http://schemas.microsoft.com/office/powerpoint/2010/main" val="3104783797"/>
      </p:ext>
    </p:extLst>
  </p:cSld>
  <p:clrMapOvr>
    <a:masterClrMapping/>
  </p:clrMapOvr>
</p:sld>
</file>

<file path=ppt/theme/theme1.xml><?xml version="1.0" encoding="utf-8"?>
<a:theme xmlns:a="http://schemas.openxmlformats.org/drawingml/2006/main" name="Office Theme">
  <a:themeElements>
    <a:clrScheme name="IOWA BRAND COLORS">
      <a:dk1>
        <a:srgbClr val="000000"/>
      </a:dk1>
      <a:lt1>
        <a:srgbClr val="FFFFFF"/>
      </a:lt1>
      <a:dk2>
        <a:srgbClr val="62666A"/>
      </a:dk2>
      <a:lt2>
        <a:srgbClr val="BBBCBC"/>
      </a:lt2>
      <a:accent1>
        <a:srgbClr val="FFCD00"/>
      </a:accent1>
      <a:accent2>
        <a:srgbClr val="616669"/>
      </a:accent2>
      <a:accent3>
        <a:srgbClr val="BBBCBC"/>
      </a:accent3>
      <a:accent4>
        <a:srgbClr val="00A9E0"/>
      </a:accent4>
      <a:accent5>
        <a:srgbClr val="00AF66"/>
      </a:accent5>
      <a:accent6>
        <a:srgbClr val="FF8200"/>
      </a:accent6>
      <a:hlink>
        <a:srgbClr val="00558C"/>
      </a:hlink>
      <a:folHlink>
        <a:srgbClr val="636669"/>
      </a:folHlink>
    </a:clrScheme>
    <a:fontScheme name="University of Iowa">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6A04F62C455FF4DAA3519D26B9045B8" ma:contentTypeVersion="18" ma:contentTypeDescription="Create a new document." ma:contentTypeScope="" ma:versionID="67107b62173fe4461d23b2530e5f303d">
  <xsd:schema xmlns:xsd="http://www.w3.org/2001/XMLSchema" xmlns:xs="http://www.w3.org/2001/XMLSchema" xmlns:p="http://schemas.microsoft.com/office/2006/metadata/properties" xmlns:ns3="51508d77-5234-4dc4-a286-4ae4c9d349ea" xmlns:ns4="dc196e29-963a-419b-96b7-986ed0fb11b1" targetNamespace="http://schemas.microsoft.com/office/2006/metadata/properties" ma:root="true" ma:fieldsID="b6a8d05dafcc3f2edc93078eb0c718cb" ns3:_="" ns4:_="">
    <xsd:import namespace="51508d77-5234-4dc4-a286-4ae4c9d349ea"/>
    <xsd:import namespace="dc196e29-963a-419b-96b7-986ed0fb11b1"/>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ServiceAutoTags" minOccurs="0"/>
                <xsd:element ref="ns3:MediaServiceGenerationTime" minOccurs="0"/>
                <xsd:element ref="ns3:MediaServiceEventHashCode" minOccurs="0"/>
                <xsd:element ref="ns3:MediaServiceAutoKeyPoints" minOccurs="0"/>
                <xsd:element ref="ns3:MediaServiceKeyPoints" minOccurs="0"/>
                <xsd:element ref="ns3:MediaLengthInSeconds" minOccurs="0"/>
                <xsd:element ref="ns3:MediaServiceOCR" minOccurs="0"/>
                <xsd:element ref="ns3:_activity" minOccurs="0"/>
                <xsd:element ref="ns3:MediaServiceObjectDetectorVersions" minOccurs="0"/>
                <xsd:element ref="ns3:MediaServiceSystemTags" minOccurs="0"/>
                <xsd:element ref="ns3:MediaServiceLocation"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1508d77-5234-4dc4-a286-4ae4c9d349e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MediaServiceOCR" ma:index="20" nillable="true" ma:displayName="Extracted Text" ma:internalName="MediaServiceOCR" ma:readOnly="true">
      <xsd:simpleType>
        <xsd:restriction base="dms:Note">
          <xsd:maxLength value="255"/>
        </xsd:restriction>
      </xsd:simpleType>
    </xsd:element>
    <xsd:element name="_activity" ma:index="21" nillable="true" ma:displayName="_activity" ma:hidden="true" ma:internalName="_activity">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ystemTags" ma:index="23" nillable="true" ma:displayName="MediaServiceSystemTags" ma:hidden="true" ma:internalName="MediaServiceSystemTags" ma:readOnly="true">
      <xsd:simpleType>
        <xsd:restriction base="dms:Note"/>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c196e29-963a-419b-96b7-986ed0fb11b1"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51508d77-5234-4dc4-a286-4ae4c9d349ea" xsi:nil="true"/>
  </documentManagement>
</p:properties>
</file>

<file path=customXml/itemProps1.xml><?xml version="1.0" encoding="utf-8"?>
<ds:datastoreItem xmlns:ds="http://schemas.openxmlformats.org/officeDocument/2006/customXml" ds:itemID="{7597162E-1F7C-4D28-90B3-BA67B494465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1508d77-5234-4dc4-a286-4ae4c9d349ea"/>
    <ds:schemaRef ds:uri="dc196e29-963a-419b-96b7-986ed0fb11b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14B8143-C3D6-460D-830C-A8DBEE85511A}">
  <ds:schemaRefs>
    <ds:schemaRef ds:uri="http://schemas.microsoft.com/sharepoint/v3/contenttype/forms"/>
  </ds:schemaRefs>
</ds:datastoreItem>
</file>

<file path=customXml/itemProps3.xml><?xml version="1.0" encoding="utf-8"?>
<ds:datastoreItem xmlns:ds="http://schemas.openxmlformats.org/officeDocument/2006/customXml" ds:itemID="{097FFD54-27B0-415C-8654-D843242BD071}">
  <ds:schemaRefs>
    <ds:schemaRef ds:uri="http://purl.org/dc/dcmitype/"/>
    <ds:schemaRef ds:uri="http://purl.org/dc/elements/1.1/"/>
    <ds:schemaRef ds:uri="http://schemas.microsoft.com/office/infopath/2007/PartnerControls"/>
    <ds:schemaRef ds:uri="http://schemas.openxmlformats.org/package/2006/metadata/core-properties"/>
    <ds:schemaRef ds:uri="51508d77-5234-4dc4-a286-4ae4c9d349ea"/>
    <ds:schemaRef ds:uri="http://schemas.microsoft.com/office/2006/documentManagement/types"/>
    <ds:schemaRef ds:uri="http://schemas.microsoft.com/office/2006/metadata/properties"/>
    <ds:schemaRef ds:uri="dc196e29-963a-419b-96b7-986ed0fb11b1"/>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otalTime>1243</TotalTime>
  <Words>1964</Words>
  <Application>Microsoft Office PowerPoint</Application>
  <PresentationFormat>Widescreen</PresentationFormat>
  <Paragraphs>365</Paragraphs>
  <Slides>54</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54</vt:i4>
      </vt:variant>
    </vt:vector>
  </HeadingPairs>
  <TitlesOfParts>
    <vt:vector size="59" baseType="lpstr">
      <vt:lpstr>Arial</vt:lpstr>
      <vt:lpstr>Calibri</vt:lpstr>
      <vt:lpstr>Roboto</vt:lpstr>
      <vt:lpstr>Roboto Black</vt:lpstr>
      <vt:lpstr>Office Theme</vt:lpstr>
      <vt:lpstr>Safe &amp; Resource Efficient NN through architectural collapse</vt:lpstr>
      <vt:lpstr>PowerPoint Presentation</vt:lpstr>
      <vt:lpstr>Large Growth in NN Resource Usage</vt:lpstr>
      <vt:lpstr>The Edge of AI</vt:lpstr>
      <vt:lpstr>Research Roadmap</vt:lpstr>
      <vt:lpstr>Exploring the structure resulting from unstructured pruning </vt:lpstr>
      <vt:lpstr>PowerPoint Presentation</vt:lpstr>
      <vt:lpstr>Related Works</vt:lpstr>
      <vt:lpstr>Investigation</vt:lpstr>
      <vt:lpstr>PowerPoint Presentation</vt:lpstr>
      <vt:lpstr>Models/Datasets</vt:lpstr>
      <vt:lpstr>PowerPoint Presentation</vt:lpstr>
      <vt:lpstr>Unstructured pruning with IMP</vt:lpstr>
      <vt:lpstr>PowerPoint Presentation</vt:lpstr>
      <vt:lpstr>How does IMP change weights across Stages?</vt:lpstr>
      <vt:lpstr>Finding 1: Preferential Pruning of Deep Layers</vt:lpstr>
      <vt:lpstr>Do neurons get effectively removed?</vt:lpstr>
      <vt:lpstr>Finding 2: Persistence of Sparse Neurons</vt:lpstr>
      <vt:lpstr>How important are the remaining Neurons?</vt:lpstr>
      <vt:lpstr>Finding 3: Stable Neuron-Level Sensitivity</vt:lpstr>
      <vt:lpstr>How stable are activations and representations under pruning?</vt:lpstr>
      <vt:lpstr>Finding 4: Preservation of Feature Representations</vt:lpstr>
      <vt:lpstr>What internal changes occur when networks are pruned?</vt:lpstr>
      <vt:lpstr>Investigation</vt:lpstr>
      <vt:lpstr>Robustness of Neural Networks</vt:lpstr>
      <vt:lpstr>Network Explainability &amp; Security</vt:lpstr>
      <vt:lpstr>How secure are these models</vt:lpstr>
      <vt:lpstr>What do these XAI techniques reveal?</vt:lpstr>
      <vt:lpstr>Key limitation for XAI</vt:lpstr>
      <vt:lpstr>Deployment invites attack</vt:lpstr>
      <vt:lpstr>What if we could see what a network learned without ANY holdout data?</vt:lpstr>
      <vt:lpstr>What does APSO “See” on a trained model</vt:lpstr>
      <vt:lpstr>What is the minimum information required for inference?</vt:lpstr>
      <vt:lpstr>What if we start off with some known knowledge?</vt:lpstr>
      <vt:lpstr>What’s the minimum information required for poisoning? </vt:lpstr>
      <vt:lpstr>How are robust are different architectures to APSO-poisoning? </vt:lpstr>
      <vt:lpstr>How much perturbation is required</vt:lpstr>
      <vt:lpstr>How much perturbation is required to poison a true label?</vt:lpstr>
      <vt:lpstr>How much perturbation is required to poison a true label?</vt:lpstr>
      <vt:lpstr>Robustness to APSO-Poisoning</vt:lpstr>
      <vt:lpstr>Is it just MNIST?</vt:lpstr>
      <vt:lpstr>Does the poison transfer against networks? </vt:lpstr>
      <vt:lpstr>Real world applications </vt:lpstr>
      <vt:lpstr>Robustness</vt:lpstr>
      <vt:lpstr>Architectural Refragging</vt:lpstr>
      <vt:lpstr>Architectural Refragging</vt:lpstr>
      <vt:lpstr>Identifying "Depth Redundancy"</vt:lpstr>
      <vt:lpstr>Layer-by-Layer (LBL) Collapse</vt:lpstr>
      <vt:lpstr>Supplemental Experiments</vt:lpstr>
      <vt:lpstr>Experimental Setup</vt:lpstr>
      <vt:lpstr>Architectural Selection Strategy</vt:lpstr>
      <vt:lpstr>Areas of Focus</vt:lpstr>
      <vt:lpstr>Preliminary Results</vt:lpstr>
      <vt:lpstr>Acknowledgements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jamil-gafur@uiowa.edu</dc:creator>
  <cp:lastModifiedBy>Gafur, Jamil</cp:lastModifiedBy>
  <cp:revision>50</cp:revision>
  <dcterms:created xsi:type="dcterms:W3CDTF">2020-01-21T18:13:39Z</dcterms:created>
  <dcterms:modified xsi:type="dcterms:W3CDTF">2026-01-26T18:18:04Z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0x01010086A04F62C455FF4DAA3519D26B9045B8</vt:lpwstr>
  </property>
</Properties>
</file>